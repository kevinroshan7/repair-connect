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6256000" cy="9144000"/>
  <p:notesSz cx="9144000" cy="16256000"/>
  <p:embeddedFontLst>
    <p:embeddedFont>
      <p:font typeface="Quattrocento Sans" charset="-122" pitchFamily="34"/>
      <p:regular r:id="rId18"/>
    </p:embeddedFon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20000" r="-20000" t="0" b="0"/>
          <a:stretch/>
        </p:blipFill>
        <p:spPr>
          <a:xfrm>
            <a:off x="6223000" y="2032000"/>
            <a:ext cx="3810000" cy="152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78000" y="39370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RepairConnect Website Architecture Design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6858000" y="5016500"/>
            <a:ext cx="2540000" cy="25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52705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Engineering Service Platform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8000" y="5842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Secure, Scalable, Cloud-Native 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18500" r="-18500" t="0" b="0"/>
          <a:stretch/>
        </p:blipFill>
        <p:spPr>
          <a:xfrm>
            <a:off x="14224000" y="228600"/>
            <a:ext cx="1270000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381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1397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1651000"/>
            <a:ext cx="3492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25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52500" y="2349500"/>
            <a:ext cx="311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Layers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08500" y="1651000"/>
            <a:ext cx="3492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990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99000" y="2349500"/>
            <a:ext cx="311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55000" y="1651000"/>
            <a:ext cx="3492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455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45500" y="2349500"/>
            <a:ext cx="311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2001500" y="1651000"/>
            <a:ext cx="3492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192000" y="177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192000" y="2349500"/>
            <a:ext cx="311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3429000"/>
            <a:ext cx="3492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2500" y="355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52500" y="4127500"/>
            <a:ext cx="311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Gateway Integration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08500" y="3429000"/>
            <a:ext cx="3492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9000" y="355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699000" y="4127500"/>
            <a:ext cx="311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55000" y="3429000"/>
            <a:ext cx="3492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45500" y="355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445500" y="4127500"/>
            <a:ext cx="311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Flow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Flow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2001500" y="3429000"/>
            <a:ext cx="3492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192000" y="355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2192000" y="4127500"/>
            <a:ext cx="3111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 &amp; Conclusion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62000" y="5334000"/>
            <a:ext cx="14732000" cy="25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9"/>
          <p:cNvSpPr/>
          <p:nvPr/>
        </p:nvSpPr>
        <p:spPr>
          <a:xfrm>
            <a:off x="762000" y="8636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RepairConnect Architecture Design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18500" r="-18500" t="0" b="0"/>
          <a:stretch/>
        </p:blipFill>
        <p:spPr>
          <a:xfrm>
            <a:off x="14224000" y="228600"/>
            <a:ext cx="1270000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381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INTRODUCTION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98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— Three-Layer Architecture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1371600"/>
            <a:ext cx="1270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587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RepairConnect is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AI-powered engineering service platform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designed to connect customers with technical repair and engineering services through a modern cloud-based web application.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2000" y="2667000"/>
            <a:ext cx="14732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2000" y="2667000"/>
            <a:ext cx="63500" cy="1587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1079500" y="2895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1841500" y="279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Presentation Layer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41500" y="32004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React.js SPA delivering fast navigation, responsive rendering, and smooth user interaction. Handles authentication, service browsing, cart management, booking, and dashboard rendering.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4381500"/>
            <a:ext cx="14732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2000" y="4381500"/>
            <a:ext cx="63500" cy="1587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11250" y="46101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28476" y="222250"/>
                  <a:pt x="63500" y="222250"/>
                </a:cubicBezTo>
                <a:lnTo>
                  <a:pt x="381000" y="222250"/>
                </a:lnTo>
                <a:cubicBezTo>
                  <a:pt x="416024" y="222250"/>
                  <a:pt x="444500" y="193774"/>
                  <a:pt x="444500" y="158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277813" y="103188"/>
                </a:moveTo>
                <a:cubicBezTo>
                  <a:pt x="290955" y="103188"/>
                  <a:pt x="301625" y="113858"/>
                  <a:pt x="301625" y="127000"/>
                </a:cubicBezTo>
                <a:cubicBezTo>
                  <a:pt x="301625" y="140142"/>
                  <a:pt x="290955" y="150813"/>
                  <a:pt x="277813" y="150813"/>
                </a:cubicBezTo>
                <a:cubicBezTo>
                  <a:pt x="264670" y="150813"/>
                  <a:pt x="254000" y="140142"/>
                  <a:pt x="254000" y="127000"/>
                </a:cubicBezTo>
                <a:cubicBezTo>
                  <a:pt x="254000" y="113858"/>
                  <a:pt x="264670" y="103188"/>
                  <a:pt x="277813" y="103188"/>
                </a:cubicBezTo>
                <a:close/>
                <a:moveTo>
                  <a:pt x="333375" y="127000"/>
                </a:moveTo>
                <a:cubicBezTo>
                  <a:pt x="333375" y="113858"/>
                  <a:pt x="344045" y="103188"/>
                  <a:pt x="357188" y="103188"/>
                </a:cubicBezTo>
                <a:cubicBezTo>
                  <a:pt x="370330" y="103188"/>
                  <a:pt x="381000" y="113858"/>
                  <a:pt x="381000" y="127000"/>
                </a:cubicBezTo>
                <a:cubicBezTo>
                  <a:pt x="381000" y="140142"/>
                  <a:pt x="370330" y="150813"/>
                  <a:pt x="357188" y="150813"/>
                </a:cubicBezTo>
                <a:cubicBezTo>
                  <a:pt x="344045" y="150813"/>
                  <a:pt x="333375" y="140142"/>
                  <a:pt x="333375" y="127000"/>
                </a:cubicBezTo>
                <a:close/>
                <a:moveTo>
                  <a:pt x="63500" y="285750"/>
                </a:moveTo>
                <a:cubicBezTo>
                  <a:pt x="28476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349250"/>
                </a:lnTo>
                <a:cubicBezTo>
                  <a:pt x="444500" y="314226"/>
                  <a:pt x="416024" y="285750"/>
                  <a:pt x="381000" y="285750"/>
                </a:cubicBezTo>
                <a:lnTo>
                  <a:pt x="63500" y="285750"/>
                </a:lnTo>
                <a:close/>
                <a:moveTo>
                  <a:pt x="277813" y="357188"/>
                </a:moveTo>
                <a:cubicBezTo>
                  <a:pt x="290955" y="357188"/>
                  <a:pt x="301625" y="367858"/>
                  <a:pt x="301625" y="381000"/>
                </a:cubicBezTo>
                <a:cubicBezTo>
                  <a:pt x="301625" y="394142"/>
                  <a:pt x="290955" y="404813"/>
                  <a:pt x="277813" y="404813"/>
                </a:cubicBezTo>
                <a:cubicBezTo>
                  <a:pt x="264670" y="404813"/>
                  <a:pt x="254000" y="394142"/>
                  <a:pt x="254000" y="381000"/>
                </a:cubicBezTo>
                <a:cubicBezTo>
                  <a:pt x="254000" y="367858"/>
                  <a:pt x="264670" y="357188"/>
                  <a:pt x="277813" y="357188"/>
                </a:cubicBezTo>
                <a:close/>
                <a:moveTo>
                  <a:pt x="333375" y="381000"/>
                </a:moveTo>
                <a:cubicBezTo>
                  <a:pt x="333375" y="367858"/>
                  <a:pt x="344045" y="357188"/>
                  <a:pt x="357188" y="357188"/>
                </a:cubicBezTo>
                <a:cubicBezTo>
                  <a:pt x="370330" y="357188"/>
                  <a:pt x="381000" y="367858"/>
                  <a:pt x="381000" y="381000"/>
                </a:cubicBezTo>
                <a:cubicBezTo>
                  <a:pt x="381000" y="394142"/>
                  <a:pt x="370330" y="404813"/>
                  <a:pt x="357188" y="404813"/>
                </a:cubicBezTo>
                <a:cubicBezTo>
                  <a:pt x="344045" y="404813"/>
                  <a:pt x="333375" y="394142"/>
                  <a:pt x="333375" y="3810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1841500" y="450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API Layer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841500" y="49149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+ Express.js centralized API gateway executing business logic, order management, payment verification, database communication, and security validation.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2000" y="6096000"/>
            <a:ext cx="14732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2000" y="6096000"/>
            <a:ext cx="63500" cy="1587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7"/>
          <p:cNvSpPr/>
          <p:nvPr/>
        </p:nvSpPr>
        <p:spPr>
          <a:xfrm>
            <a:off x="1047750" y="63246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0" y="333375"/>
                </a:moveTo>
                <a:cubicBezTo>
                  <a:pt x="0" y="412254"/>
                  <a:pt x="63996" y="476250"/>
                  <a:pt x="142875" y="476250"/>
                </a:cubicBezTo>
                <a:lnTo>
                  <a:pt x="444500" y="476250"/>
                </a:lnTo>
                <a:cubicBezTo>
                  <a:pt x="514648" y="476250"/>
                  <a:pt x="571500" y="419398"/>
                  <a:pt x="571500" y="349250"/>
                </a:cubicBezTo>
                <a:cubicBezTo>
                  <a:pt x="571500" y="298053"/>
                  <a:pt x="541238" y="253901"/>
                  <a:pt x="497582" y="233859"/>
                </a:cubicBezTo>
                <a:cubicBezTo>
                  <a:pt x="504230" y="220861"/>
                  <a:pt x="508000" y="206077"/>
                  <a:pt x="508000" y="190500"/>
                </a:cubicBezTo>
                <a:cubicBezTo>
                  <a:pt x="508000" y="137914"/>
                  <a:pt x="465336" y="95250"/>
                  <a:pt x="412750" y="95250"/>
                </a:cubicBezTo>
                <a:cubicBezTo>
                  <a:pt x="395188" y="95250"/>
                  <a:pt x="378817" y="100013"/>
                  <a:pt x="364728" y="108248"/>
                </a:cubicBezTo>
                <a:cubicBezTo>
                  <a:pt x="340816" y="62805"/>
                  <a:pt x="293092" y="31750"/>
                  <a:pt x="238125" y="31750"/>
                </a:cubicBezTo>
                <a:cubicBezTo>
                  <a:pt x="159246" y="31750"/>
                  <a:pt x="95250" y="95746"/>
                  <a:pt x="95250" y="174625"/>
                </a:cubicBezTo>
                <a:cubicBezTo>
                  <a:pt x="95250" y="182563"/>
                  <a:pt x="95945" y="190401"/>
                  <a:pt x="97135" y="197941"/>
                </a:cubicBezTo>
                <a:cubicBezTo>
                  <a:pt x="40680" y="216991"/>
                  <a:pt x="0" y="270470"/>
                  <a:pt x="0" y="3333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1841500" y="6223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Infrastructure &amp; External Services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841500" y="66294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 (PostgreSQL + Auth + RLS), Razorpay Payment Gateway, and Railway Cloud Platform for hosting, deployment, and continuous execution.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18500" r="-18500" t="0" b="0"/>
          <a:stretch/>
        </p:blipFill>
        <p:spPr>
          <a:xfrm>
            <a:off x="14224000" y="228600"/>
            <a:ext cx="1270000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381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FRONTEND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98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Architecture — Presentation Layer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1371600"/>
            <a:ext cx="1270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2095500"/>
            <a:ext cx="3302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06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0453" y="123071"/>
                </a:moveTo>
                <a:cubicBezTo>
                  <a:pt x="286703" y="121821"/>
                  <a:pt x="282952" y="120640"/>
                  <a:pt x="279202" y="119529"/>
                </a:cubicBezTo>
                <a:cubicBezTo>
                  <a:pt x="279827" y="116959"/>
                  <a:pt x="280382" y="114389"/>
                  <a:pt x="280938" y="111820"/>
                </a:cubicBezTo>
                <a:cubicBezTo>
                  <a:pt x="289481" y="70425"/>
                  <a:pt x="283855" y="37157"/>
                  <a:pt x="264894" y="26184"/>
                </a:cubicBezTo>
                <a:cubicBezTo>
                  <a:pt x="246628" y="15696"/>
                  <a:pt x="216833" y="26601"/>
                  <a:pt x="186690" y="52854"/>
                </a:cubicBezTo>
                <a:cubicBezTo>
                  <a:pt x="183704" y="55424"/>
                  <a:pt x="180786" y="58132"/>
                  <a:pt x="178008" y="60841"/>
                </a:cubicBezTo>
                <a:cubicBezTo>
                  <a:pt x="176133" y="59035"/>
                  <a:pt x="174188" y="57229"/>
                  <a:pt x="172244" y="55493"/>
                </a:cubicBezTo>
                <a:cubicBezTo>
                  <a:pt x="140643" y="27434"/>
                  <a:pt x="108972" y="15627"/>
                  <a:pt x="90011" y="26670"/>
                </a:cubicBezTo>
                <a:cubicBezTo>
                  <a:pt x="71815" y="37227"/>
                  <a:pt x="66397" y="68550"/>
                  <a:pt x="74037" y="107722"/>
                </a:cubicBezTo>
                <a:cubicBezTo>
                  <a:pt x="74801" y="111611"/>
                  <a:pt x="75634" y="115431"/>
                  <a:pt x="76607" y="119320"/>
                </a:cubicBezTo>
                <a:cubicBezTo>
                  <a:pt x="72162" y="120571"/>
                  <a:pt x="67786" y="121960"/>
                  <a:pt x="63689" y="123418"/>
                </a:cubicBezTo>
                <a:cubicBezTo>
                  <a:pt x="26601" y="136267"/>
                  <a:pt x="0" y="156547"/>
                  <a:pt x="0" y="177522"/>
                </a:cubicBezTo>
                <a:cubicBezTo>
                  <a:pt x="0" y="199192"/>
                  <a:pt x="28337" y="220930"/>
                  <a:pt x="66883" y="234126"/>
                </a:cubicBezTo>
                <a:cubicBezTo>
                  <a:pt x="70009" y="235168"/>
                  <a:pt x="73134" y="236210"/>
                  <a:pt x="76329" y="237113"/>
                </a:cubicBezTo>
                <a:cubicBezTo>
                  <a:pt x="75287" y="241280"/>
                  <a:pt x="74384" y="245378"/>
                  <a:pt x="73551" y="249615"/>
                </a:cubicBezTo>
                <a:cubicBezTo>
                  <a:pt x="66258" y="288161"/>
                  <a:pt x="71953" y="318720"/>
                  <a:pt x="90150" y="329208"/>
                </a:cubicBezTo>
                <a:cubicBezTo>
                  <a:pt x="108902" y="340043"/>
                  <a:pt x="140434" y="328930"/>
                  <a:pt x="171132" y="302052"/>
                </a:cubicBezTo>
                <a:cubicBezTo>
                  <a:pt x="173563" y="299899"/>
                  <a:pt x="175994" y="297676"/>
                  <a:pt x="178425" y="295315"/>
                </a:cubicBezTo>
                <a:cubicBezTo>
                  <a:pt x="181481" y="298301"/>
                  <a:pt x="184676" y="301149"/>
                  <a:pt x="187871" y="303927"/>
                </a:cubicBezTo>
                <a:cubicBezTo>
                  <a:pt x="217597" y="329486"/>
                  <a:pt x="246975" y="339834"/>
                  <a:pt x="265103" y="329347"/>
                </a:cubicBezTo>
                <a:cubicBezTo>
                  <a:pt x="283855" y="318512"/>
                  <a:pt x="289967" y="285661"/>
                  <a:pt x="282049" y="245656"/>
                </a:cubicBezTo>
                <a:cubicBezTo>
                  <a:pt x="281424" y="242600"/>
                  <a:pt x="280730" y="239474"/>
                  <a:pt x="279966" y="236280"/>
                </a:cubicBezTo>
                <a:cubicBezTo>
                  <a:pt x="282188" y="235654"/>
                  <a:pt x="284341" y="234960"/>
                  <a:pt x="286494" y="234265"/>
                </a:cubicBezTo>
                <a:cubicBezTo>
                  <a:pt x="326569" y="221000"/>
                  <a:pt x="355600" y="199539"/>
                  <a:pt x="355600" y="177522"/>
                </a:cubicBezTo>
                <a:cubicBezTo>
                  <a:pt x="355600" y="156478"/>
                  <a:pt x="328235" y="136059"/>
                  <a:pt x="290453" y="123071"/>
                </a:cubicBezTo>
                <a:close/>
                <a:moveTo>
                  <a:pt x="196483" y="64105"/>
                </a:moveTo>
                <a:cubicBezTo>
                  <a:pt x="222319" y="41602"/>
                  <a:pt x="246420" y="32782"/>
                  <a:pt x="257393" y="39102"/>
                </a:cubicBezTo>
                <a:cubicBezTo>
                  <a:pt x="269131" y="45839"/>
                  <a:pt x="273645" y="73065"/>
                  <a:pt x="266283" y="108833"/>
                </a:cubicBezTo>
                <a:cubicBezTo>
                  <a:pt x="265797" y="111194"/>
                  <a:pt x="265311" y="113486"/>
                  <a:pt x="264686" y="115778"/>
                </a:cubicBezTo>
                <a:cubicBezTo>
                  <a:pt x="249267" y="112306"/>
                  <a:pt x="233640" y="109805"/>
                  <a:pt x="217944" y="108416"/>
                </a:cubicBezTo>
                <a:cubicBezTo>
                  <a:pt x="208915" y="95498"/>
                  <a:pt x="199053" y="83135"/>
                  <a:pt x="188357" y="71537"/>
                </a:cubicBezTo>
                <a:cubicBezTo>
                  <a:pt x="191066" y="68967"/>
                  <a:pt x="193705" y="66536"/>
                  <a:pt x="196483" y="64105"/>
                </a:cubicBezTo>
                <a:close/>
                <a:moveTo>
                  <a:pt x="116126" y="213568"/>
                </a:moveTo>
                <a:cubicBezTo>
                  <a:pt x="119668" y="219611"/>
                  <a:pt x="123279" y="225653"/>
                  <a:pt x="127099" y="231557"/>
                </a:cubicBezTo>
                <a:cubicBezTo>
                  <a:pt x="116265" y="230376"/>
                  <a:pt x="105499" y="228640"/>
                  <a:pt x="94873" y="226348"/>
                </a:cubicBezTo>
                <a:cubicBezTo>
                  <a:pt x="97929" y="216346"/>
                  <a:pt x="101749" y="205998"/>
                  <a:pt x="106194" y="195441"/>
                </a:cubicBezTo>
                <a:cubicBezTo>
                  <a:pt x="109389" y="201553"/>
                  <a:pt x="112653" y="207595"/>
                  <a:pt x="116126" y="213568"/>
                </a:cubicBezTo>
                <a:close/>
                <a:moveTo>
                  <a:pt x="95081" y="130016"/>
                </a:moveTo>
                <a:cubicBezTo>
                  <a:pt x="105083" y="127794"/>
                  <a:pt x="115709" y="125988"/>
                  <a:pt x="126752" y="124599"/>
                </a:cubicBezTo>
                <a:cubicBezTo>
                  <a:pt x="123071" y="130364"/>
                  <a:pt x="119459" y="136267"/>
                  <a:pt x="116056" y="142240"/>
                </a:cubicBezTo>
                <a:cubicBezTo>
                  <a:pt x="112653" y="148144"/>
                  <a:pt x="109319" y="154186"/>
                  <a:pt x="106194" y="160298"/>
                </a:cubicBezTo>
                <a:cubicBezTo>
                  <a:pt x="101818" y="149949"/>
                  <a:pt x="98137" y="139809"/>
                  <a:pt x="95081" y="130016"/>
                </a:cubicBezTo>
                <a:close/>
                <a:moveTo>
                  <a:pt x="114111" y="177869"/>
                </a:moveTo>
                <a:cubicBezTo>
                  <a:pt x="118695" y="168285"/>
                  <a:pt x="123696" y="158909"/>
                  <a:pt x="128974" y="149671"/>
                </a:cubicBezTo>
                <a:cubicBezTo>
                  <a:pt x="134253" y="140434"/>
                  <a:pt x="139948" y="131475"/>
                  <a:pt x="145921" y="122654"/>
                </a:cubicBezTo>
                <a:cubicBezTo>
                  <a:pt x="156339" y="121890"/>
                  <a:pt x="166965" y="121474"/>
                  <a:pt x="177800" y="121474"/>
                </a:cubicBezTo>
                <a:cubicBezTo>
                  <a:pt x="188635" y="121474"/>
                  <a:pt x="199330" y="121890"/>
                  <a:pt x="209679" y="122654"/>
                </a:cubicBezTo>
                <a:cubicBezTo>
                  <a:pt x="215583" y="131405"/>
                  <a:pt x="221208" y="140365"/>
                  <a:pt x="226556" y="149533"/>
                </a:cubicBezTo>
                <a:cubicBezTo>
                  <a:pt x="231904" y="158700"/>
                  <a:pt x="236905" y="168077"/>
                  <a:pt x="241627" y="177592"/>
                </a:cubicBezTo>
                <a:cubicBezTo>
                  <a:pt x="236974" y="187176"/>
                  <a:pt x="231973" y="196622"/>
                  <a:pt x="226626" y="205929"/>
                </a:cubicBezTo>
                <a:cubicBezTo>
                  <a:pt x="221347" y="215166"/>
                  <a:pt x="215721" y="224125"/>
                  <a:pt x="209818" y="233015"/>
                </a:cubicBezTo>
                <a:cubicBezTo>
                  <a:pt x="199469" y="233779"/>
                  <a:pt x="188704" y="234126"/>
                  <a:pt x="177800" y="234126"/>
                </a:cubicBezTo>
                <a:cubicBezTo>
                  <a:pt x="166896" y="234126"/>
                  <a:pt x="156339" y="233779"/>
                  <a:pt x="146129" y="233154"/>
                </a:cubicBezTo>
                <a:cubicBezTo>
                  <a:pt x="140087" y="224334"/>
                  <a:pt x="134392" y="215305"/>
                  <a:pt x="129044" y="206067"/>
                </a:cubicBezTo>
                <a:cubicBezTo>
                  <a:pt x="123696" y="196830"/>
                  <a:pt x="118765" y="187454"/>
                  <a:pt x="114111" y="177869"/>
                </a:cubicBezTo>
                <a:close/>
                <a:moveTo>
                  <a:pt x="239544" y="213429"/>
                </a:moveTo>
                <a:cubicBezTo>
                  <a:pt x="243086" y="207318"/>
                  <a:pt x="246420" y="201136"/>
                  <a:pt x="249684" y="194885"/>
                </a:cubicBezTo>
                <a:cubicBezTo>
                  <a:pt x="254129" y="204956"/>
                  <a:pt x="258018" y="215166"/>
                  <a:pt x="261422" y="225653"/>
                </a:cubicBezTo>
                <a:cubicBezTo>
                  <a:pt x="250656" y="228084"/>
                  <a:pt x="239752" y="229959"/>
                  <a:pt x="228779" y="231209"/>
                </a:cubicBezTo>
                <a:cubicBezTo>
                  <a:pt x="232529" y="225375"/>
                  <a:pt x="236071" y="219402"/>
                  <a:pt x="239544" y="213429"/>
                </a:cubicBezTo>
                <a:close/>
                <a:moveTo>
                  <a:pt x="249545" y="160298"/>
                </a:moveTo>
                <a:cubicBezTo>
                  <a:pt x="246281" y="154186"/>
                  <a:pt x="242947" y="148074"/>
                  <a:pt x="239474" y="142101"/>
                </a:cubicBezTo>
                <a:cubicBezTo>
                  <a:pt x="236071" y="136198"/>
                  <a:pt x="232529" y="130364"/>
                  <a:pt x="228848" y="124599"/>
                </a:cubicBezTo>
                <a:cubicBezTo>
                  <a:pt x="240030" y="125988"/>
                  <a:pt x="250726" y="127863"/>
                  <a:pt x="260727" y="130155"/>
                </a:cubicBezTo>
                <a:cubicBezTo>
                  <a:pt x="257532" y="140434"/>
                  <a:pt x="253782" y="150435"/>
                  <a:pt x="249545" y="160298"/>
                </a:cubicBezTo>
                <a:close/>
                <a:moveTo>
                  <a:pt x="177939" y="82163"/>
                </a:moveTo>
                <a:cubicBezTo>
                  <a:pt x="185231" y="90081"/>
                  <a:pt x="192107" y="98415"/>
                  <a:pt x="198497" y="107027"/>
                </a:cubicBezTo>
                <a:cubicBezTo>
                  <a:pt x="184745" y="106402"/>
                  <a:pt x="170924" y="106402"/>
                  <a:pt x="157172" y="107027"/>
                </a:cubicBezTo>
                <a:cubicBezTo>
                  <a:pt x="163979" y="98068"/>
                  <a:pt x="170994" y="89733"/>
                  <a:pt x="177939" y="82163"/>
                </a:cubicBezTo>
                <a:close/>
                <a:moveTo>
                  <a:pt x="97373" y="39588"/>
                </a:moveTo>
                <a:cubicBezTo>
                  <a:pt x="109041" y="32782"/>
                  <a:pt x="134947" y="42505"/>
                  <a:pt x="162243" y="66675"/>
                </a:cubicBezTo>
                <a:cubicBezTo>
                  <a:pt x="163979" y="68203"/>
                  <a:pt x="165715" y="69870"/>
                  <a:pt x="167521" y="71537"/>
                </a:cubicBezTo>
                <a:cubicBezTo>
                  <a:pt x="156756" y="83135"/>
                  <a:pt x="146824" y="95498"/>
                  <a:pt x="137726" y="108416"/>
                </a:cubicBezTo>
                <a:cubicBezTo>
                  <a:pt x="122029" y="109805"/>
                  <a:pt x="106472" y="112236"/>
                  <a:pt x="91053" y="115639"/>
                </a:cubicBezTo>
                <a:cubicBezTo>
                  <a:pt x="90150" y="112097"/>
                  <a:pt x="89386" y="108486"/>
                  <a:pt x="88622" y="104874"/>
                </a:cubicBezTo>
                <a:cubicBezTo>
                  <a:pt x="82094" y="71259"/>
                  <a:pt x="86400" y="45909"/>
                  <a:pt x="97373" y="39588"/>
                </a:cubicBezTo>
                <a:close/>
                <a:moveTo>
                  <a:pt x="80357" y="222667"/>
                </a:moveTo>
                <a:cubicBezTo>
                  <a:pt x="77440" y="221833"/>
                  <a:pt x="74593" y="220930"/>
                  <a:pt x="71745" y="219958"/>
                </a:cubicBezTo>
                <a:cubicBezTo>
                  <a:pt x="56952" y="215305"/>
                  <a:pt x="40144" y="207943"/>
                  <a:pt x="27990" y="198289"/>
                </a:cubicBezTo>
                <a:cubicBezTo>
                  <a:pt x="20975" y="193427"/>
                  <a:pt x="16252" y="185926"/>
                  <a:pt x="14932" y="177522"/>
                </a:cubicBezTo>
                <a:cubicBezTo>
                  <a:pt x="14932" y="164812"/>
                  <a:pt x="36880" y="148560"/>
                  <a:pt x="68550" y="137517"/>
                </a:cubicBezTo>
                <a:cubicBezTo>
                  <a:pt x="72509" y="136128"/>
                  <a:pt x="76537" y="134878"/>
                  <a:pt x="80566" y="133697"/>
                </a:cubicBezTo>
                <a:cubicBezTo>
                  <a:pt x="85288" y="148769"/>
                  <a:pt x="90984" y="163562"/>
                  <a:pt x="97582" y="177869"/>
                </a:cubicBezTo>
                <a:cubicBezTo>
                  <a:pt x="90914" y="192385"/>
                  <a:pt x="85150" y="207387"/>
                  <a:pt x="80357" y="222667"/>
                </a:cubicBezTo>
                <a:close/>
                <a:moveTo>
                  <a:pt x="161340" y="290731"/>
                </a:moveTo>
                <a:cubicBezTo>
                  <a:pt x="149880" y="301218"/>
                  <a:pt x="136614" y="309553"/>
                  <a:pt x="122168" y="315248"/>
                </a:cubicBezTo>
                <a:cubicBezTo>
                  <a:pt x="114459" y="318929"/>
                  <a:pt x="105569" y="319276"/>
                  <a:pt x="97651" y="316151"/>
                </a:cubicBezTo>
                <a:cubicBezTo>
                  <a:pt x="86608" y="309761"/>
                  <a:pt x="82024" y="285244"/>
                  <a:pt x="88275" y="252254"/>
                </a:cubicBezTo>
                <a:cubicBezTo>
                  <a:pt x="89039" y="248364"/>
                  <a:pt x="89872" y="244475"/>
                  <a:pt x="90845" y="240655"/>
                </a:cubicBezTo>
                <a:cubicBezTo>
                  <a:pt x="106402" y="243989"/>
                  <a:pt x="122099" y="246281"/>
                  <a:pt x="138003" y="247461"/>
                </a:cubicBezTo>
                <a:cubicBezTo>
                  <a:pt x="147171" y="260449"/>
                  <a:pt x="157242" y="272881"/>
                  <a:pt x="168007" y="284549"/>
                </a:cubicBezTo>
                <a:cubicBezTo>
                  <a:pt x="165785" y="286703"/>
                  <a:pt x="163562" y="288786"/>
                  <a:pt x="161340" y="290731"/>
                </a:cubicBezTo>
                <a:close/>
                <a:moveTo>
                  <a:pt x="178356" y="273854"/>
                </a:moveTo>
                <a:cubicBezTo>
                  <a:pt x="171271" y="266214"/>
                  <a:pt x="164187" y="257741"/>
                  <a:pt x="157311" y="248642"/>
                </a:cubicBezTo>
                <a:cubicBezTo>
                  <a:pt x="163979" y="248920"/>
                  <a:pt x="170855" y="249059"/>
                  <a:pt x="177800" y="249059"/>
                </a:cubicBezTo>
                <a:cubicBezTo>
                  <a:pt x="184954" y="249059"/>
                  <a:pt x="191968" y="248920"/>
                  <a:pt x="198914" y="248573"/>
                </a:cubicBezTo>
                <a:cubicBezTo>
                  <a:pt x="192524" y="257393"/>
                  <a:pt x="185648" y="265797"/>
                  <a:pt x="178356" y="273854"/>
                </a:cubicBezTo>
                <a:close/>
                <a:moveTo>
                  <a:pt x="269131" y="294690"/>
                </a:moveTo>
                <a:cubicBezTo>
                  <a:pt x="268506" y="303163"/>
                  <a:pt x="264339" y="311081"/>
                  <a:pt x="257671" y="316428"/>
                </a:cubicBezTo>
                <a:cubicBezTo>
                  <a:pt x="246628" y="322818"/>
                  <a:pt x="223083" y="314484"/>
                  <a:pt x="197664" y="292675"/>
                </a:cubicBezTo>
                <a:cubicBezTo>
                  <a:pt x="194747" y="290175"/>
                  <a:pt x="191830" y="287466"/>
                  <a:pt x="188843" y="284688"/>
                </a:cubicBezTo>
                <a:cubicBezTo>
                  <a:pt x="199469" y="272951"/>
                  <a:pt x="209262" y="260519"/>
                  <a:pt x="218152" y="247461"/>
                </a:cubicBezTo>
                <a:cubicBezTo>
                  <a:pt x="234057" y="246142"/>
                  <a:pt x="249892" y="243711"/>
                  <a:pt x="265519" y="240169"/>
                </a:cubicBezTo>
                <a:cubicBezTo>
                  <a:pt x="266214" y="243016"/>
                  <a:pt x="266839" y="245864"/>
                  <a:pt x="267395" y="248642"/>
                </a:cubicBezTo>
                <a:cubicBezTo>
                  <a:pt x="270798" y="263644"/>
                  <a:pt x="271353" y="279271"/>
                  <a:pt x="269131" y="294690"/>
                </a:cubicBezTo>
                <a:close/>
                <a:moveTo>
                  <a:pt x="281771" y="220028"/>
                </a:moveTo>
                <a:cubicBezTo>
                  <a:pt x="279827" y="220653"/>
                  <a:pt x="277882" y="221278"/>
                  <a:pt x="275868" y="221833"/>
                </a:cubicBezTo>
                <a:cubicBezTo>
                  <a:pt x="271006" y="206693"/>
                  <a:pt x="265033" y="191899"/>
                  <a:pt x="258157" y="177522"/>
                </a:cubicBezTo>
                <a:cubicBezTo>
                  <a:pt x="264825" y="163354"/>
                  <a:pt x="270450" y="148769"/>
                  <a:pt x="275173" y="133836"/>
                </a:cubicBezTo>
                <a:cubicBezTo>
                  <a:pt x="278785" y="134878"/>
                  <a:pt x="282257" y="135989"/>
                  <a:pt x="285591" y="137100"/>
                </a:cubicBezTo>
                <a:cubicBezTo>
                  <a:pt x="317956" y="148213"/>
                  <a:pt x="340668" y="164743"/>
                  <a:pt x="340668" y="177383"/>
                </a:cubicBezTo>
                <a:cubicBezTo>
                  <a:pt x="340668" y="190996"/>
                  <a:pt x="316428" y="208568"/>
                  <a:pt x="281771" y="220028"/>
                </a:cubicBezTo>
                <a:close/>
                <a:moveTo>
                  <a:pt x="177800" y="209610"/>
                </a:moveTo>
                <a:cubicBezTo>
                  <a:pt x="195356" y="209610"/>
                  <a:pt x="209610" y="195356"/>
                  <a:pt x="209610" y="177800"/>
                </a:cubicBezTo>
                <a:cubicBezTo>
                  <a:pt x="209610" y="160244"/>
                  <a:pt x="195356" y="145990"/>
                  <a:pt x="177800" y="145990"/>
                </a:cubicBezTo>
                <a:cubicBezTo>
                  <a:pt x="160244" y="145990"/>
                  <a:pt x="145990" y="160244"/>
                  <a:pt x="145990" y="177800"/>
                </a:cubicBezTo>
                <a:cubicBezTo>
                  <a:pt x="145990" y="195356"/>
                  <a:pt x="160244" y="209610"/>
                  <a:pt x="177800" y="20961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1473200" y="2324100"/>
            <a:ext cx="241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React.js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73200" y="2641600"/>
            <a:ext cx="241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 Development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18000" y="2095500"/>
            <a:ext cx="3302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68825" y="234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2324100"/>
            <a:ext cx="241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9200" y="2641600"/>
            <a:ext cx="241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Frontend Build Tool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3492500"/>
            <a:ext cx="3302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12825" y="3746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1473200" y="3721100"/>
            <a:ext cx="241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Zustand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73200" y="4038600"/>
            <a:ext cx="241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State Management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318000" y="3492500"/>
            <a:ext cx="3302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466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22225"/>
                </a:moveTo>
                <a:cubicBezTo>
                  <a:pt x="200025" y="34518"/>
                  <a:pt x="209957" y="44450"/>
                  <a:pt x="222250" y="44450"/>
                </a:cubicBezTo>
                <a:lnTo>
                  <a:pt x="250031" y="44450"/>
                </a:lnTo>
                <a:cubicBezTo>
                  <a:pt x="259269" y="44450"/>
                  <a:pt x="266700" y="51881"/>
                  <a:pt x="266700" y="61119"/>
                </a:cubicBezTo>
                <a:cubicBezTo>
                  <a:pt x="266700" y="70356"/>
                  <a:pt x="259269" y="77788"/>
                  <a:pt x="250031" y="77788"/>
                </a:cubicBezTo>
                <a:lnTo>
                  <a:pt x="22225" y="77788"/>
                </a:lnTo>
                <a:cubicBezTo>
                  <a:pt x="9932" y="77788"/>
                  <a:pt x="0" y="87719"/>
                  <a:pt x="0" y="100013"/>
                </a:cubicBezTo>
                <a:cubicBezTo>
                  <a:pt x="0" y="112306"/>
                  <a:pt x="9932" y="122238"/>
                  <a:pt x="22225" y="122238"/>
                </a:cubicBezTo>
                <a:lnTo>
                  <a:pt x="250031" y="122238"/>
                </a:lnTo>
                <a:cubicBezTo>
                  <a:pt x="283785" y="122238"/>
                  <a:pt x="311150" y="94873"/>
                  <a:pt x="311150" y="61119"/>
                </a:cubicBezTo>
                <a:cubicBezTo>
                  <a:pt x="311150" y="27365"/>
                  <a:pt x="283785" y="0"/>
                  <a:pt x="250031" y="0"/>
                </a:cubicBezTo>
                <a:lnTo>
                  <a:pt x="222250" y="0"/>
                </a:lnTo>
                <a:cubicBezTo>
                  <a:pt x="209957" y="0"/>
                  <a:pt x="200025" y="9932"/>
                  <a:pt x="200025" y="22225"/>
                </a:cubicBezTo>
                <a:close/>
                <a:moveTo>
                  <a:pt x="244475" y="266700"/>
                </a:moveTo>
                <a:cubicBezTo>
                  <a:pt x="244475" y="278993"/>
                  <a:pt x="254407" y="288925"/>
                  <a:pt x="266700" y="288925"/>
                </a:cubicBezTo>
                <a:lnTo>
                  <a:pt x="288925" y="288925"/>
                </a:lnTo>
                <a:cubicBezTo>
                  <a:pt x="325735" y="288925"/>
                  <a:pt x="355600" y="259060"/>
                  <a:pt x="355600" y="222250"/>
                </a:cubicBezTo>
                <a:cubicBezTo>
                  <a:pt x="355600" y="185440"/>
                  <a:pt x="325735" y="155575"/>
                  <a:pt x="288925" y="155575"/>
                </a:cubicBez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88925" y="200025"/>
                </a:lnTo>
                <a:cubicBezTo>
                  <a:pt x="301218" y="200025"/>
                  <a:pt x="311150" y="209957"/>
                  <a:pt x="311150" y="222250"/>
                </a:cubicBezTo>
                <a:cubicBezTo>
                  <a:pt x="311150" y="234543"/>
                  <a:pt x="301218" y="244475"/>
                  <a:pt x="288925" y="244475"/>
                </a:cubicBezTo>
                <a:lnTo>
                  <a:pt x="266700" y="244475"/>
                </a:lnTo>
                <a:cubicBezTo>
                  <a:pt x="254407" y="244475"/>
                  <a:pt x="244475" y="254407"/>
                  <a:pt x="244475" y="266700"/>
                </a:cubicBezTo>
                <a:close/>
                <a:moveTo>
                  <a:pt x="88900" y="355600"/>
                </a:moveTo>
                <a:lnTo>
                  <a:pt x="116681" y="355600"/>
                </a:lnTo>
                <a:cubicBezTo>
                  <a:pt x="150435" y="355600"/>
                  <a:pt x="177800" y="328235"/>
                  <a:pt x="177800" y="294481"/>
                </a:cubicBezTo>
                <a:cubicBezTo>
                  <a:pt x="177800" y="260727"/>
                  <a:pt x="150435" y="233363"/>
                  <a:pt x="116681" y="233363"/>
                </a:cubicBezTo>
                <a:lnTo>
                  <a:pt x="22225" y="233363"/>
                </a:lnTo>
                <a:cubicBezTo>
                  <a:pt x="9932" y="233363"/>
                  <a:pt x="0" y="243294"/>
                  <a:pt x="0" y="255587"/>
                </a:cubicBezTo>
                <a:cubicBezTo>
                  <a:pt x="0" y="267881"/>
                  <a:pt x="9932" y="277813"/>
                  <a:pt x="22225" y="277813"/>
                </a:cubicBezTo>
                <a:lnTo>
                  <a:pt x="116681" y="277813"/>
                </a:lnTo>
                <a:cubicBezTo>
                  <a:pt x="125919" y="277813"/>
                  <a:pt x="133350" y="285244"/>
                  <a:pt x="133350" y="294481"/>
                </a:cubicBezTo>
                <a:cubicBezTo>
                  <a:pt x="133350" y="303719"/>
                  <a:pt x="125919" y="311150"/>
                  <a:pt x="116681" y="311150"/>
                </a:cubicBezTo>
                <a:lnTo>
                  <a:pt x="88900" y="311150"/>
                </a:lnTo>
                <a:cubicBezTo>
                  <a:pt x="76607" y="311150"/>
                  <a:pt x="66675" y="321082"/>
                  <a:pt x="66675" y="333375"/>
                </a:cubicBezTo>
                <a:cubicBezTo>
                  <a:pt x="66675" y="345668"/>
                  <a:pt x="76607" y="355600"/>
                  <a:pt x="88900" y="35560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3721100"/>
            <a:ext cx="241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29200" y="4038600"/>
            <a:ext cx="241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UI Styling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2000" y="4889500"/>
            <a:ext cx="3302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90600" y="514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1474" y="188913"/>
                </a:moveTo>
                <a:cubicBezTo>
                  <a:pt x="128905" y="188913"/>
                  <a:pt x="135850" y="192594"/>
                  <a:pt x="139948" y="198775"/>
                </a:cubicBezTo>
                <a:lnTo>
                  <a:pt x="148144" y="211138"/>
                </a:lnTo>
                <a:lnTo>
                  <a:pt x="166688" y="211138"/>
                </a:lnTo>
                <a:cubicBezTo>
                  <a:pt x="185093" y="211138"/>
                  <a:pt x="200025" y="226070"/>
                  <a:pt x="200025" y="244475"/>
                </a:cubicBezTo>
                <a:lnTo>
                  <a:pt x="200025" y="322263"/>
                </a:lnTo>
                <a:cubicBezTo>
                  <a:pt x="200025" y="340668"/>
                  <a:pt x="185093" y="355600"/>
                  <a:pt x="166688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44475"/>
                </a:lnTo>
                <a:cubicBezTo>
                  <a:pt x="0" y="226070"/>
                  <a:pt x="14932" y="211138"/>
                  <a:pt x="33337" y="211138"/>
                </a:cubicBezTo>
                <a:lnTo>
                  <a:pt x="51881" y="211138"/>
                </a:lnTo>
                <a:lnTo>
                  <a:pt x="60077" y="198775"/>
                </a:lnTo>
                <a:cubicBezTo>
                  <a:pt x="64175" y="192594"/>
                  <a:pt x="71120" y="188913"/>
                  <a:pt x="78551" y="188913"/>
                </a:cubicBezTo>
                <a:lnTo>
                  <a:pt x="121404" y="188913"/>
                </a:lnTo>
                <a:close/>
                <a:moveTo>
                  <a:pt x="314970" y="180578"/>
                </a:moveTo>
                <a:cubicBezTo>
                  <a:pt x="318859" y="177175"/>
                  <a:pt x="324624" y="176897"/>
                  <a:pt x="328791" y="179953"/>
                </a:cubicBezTo>
                <a:cubicBezTo>
                  <a:pt x="332958" y="183009"/>
                  <a:pt x="334556" y="188565"/>
                  <a:pt x="332472" y="193358"/>
                </a:cubicBezTo>
                <a:lnTo>
                  <a:pt x="305802" y="255587"/>
                </a:lnTo>
                <a:lnTo>
                  <a:pt x="344488" y="255587"/>
                </a:lnTo>
                <a:cubicBezTo>
                  <a:pt x="349141" y="255587"/>
                  <a:pt x="353239" y="258435"/>
                  <a:pt x="354905" y="262811"/>
                </a:cubicBezTo>
                <a:cubicBezTo>
                  <a:pt x="356572" y="267186"/>
                  <a:pt x="355322" y="272048"/>
                  <a:pt x="351850" y="275104"/>
                </a:cubicBezTo>
                <a:lnTo>
                  <a:pt x="262950" y="352891"/>
                </a:lnTo>
                <a:cubicBezTo>
                  <a:pt x="259060" y="356295"/>
                  <a:pt x="253296" y="356572"/>
                  <a:pt x="249128" y="353516"/>
                </a:cubicBezTo>
                <a:cubicBezTo>
                  <a:pt x="244961" y="350460"/>
                  <a:pt x="243364" y="344904"/>
                  <a:pt x="245447" y="340112"/>
                </a:cubicBezTo>
                <a:lnTo>
                  <a:pt x="272187" y="277812"/>
                </a:lnTo>
                <a:lnTo>
                  <a:pt x="233432" y="277812"/>
                </a:lnTo>
                <a:cubicBezTo>
                  <a:pt x="228779" y="277812"/>
                  <a:pt x="224681" y="274965"/>
                  <a:pt x="223014" y="270589"/>
                </a:cubicBezTo>
                <a:cubicBezTo>
                  <a:pt x="221347" y="266214"/>
                  <a:pt x="222597" y="261352"/>
                  <a:pt x="226070" y="258296"/>
                </a:cubicBezTo>
                <a:lnTo>
                  <a:pt x="314970" y="180509"/>
                </a:lnTo>
                <a:close/>
                <a:moveTo>
                  <a:pt x="100013" y="250031"/>
                </a:moveTo>
                <a:cubicBezTo>
                  <a:pt x="81613" y="250031"/>
                  <a:pt x="66675" y="264969"/>
                  <a:pt x="66675" y="283369"/>
                </a:cubicBezTo>
                <a:cubicBezTo>
                  <a:pt x="66675" y="301768"/>
                  <a:pt x="81613" y="316706"/>
                  <a:pt x="100013" y="316706"/>
                </a:cubicBezTo>
                <a:cubicBezTo>
                  <a:pt x="118412" y="316706"/>
                  <a:pt x="133350" y="301768"/>
                  <a:pt x="133350" y="283369"/>
                </a:cubicBezTo>
                <a:cubicBezTo>
                  <a:pt x="133350" y="264969"/>
                  <a:pt x="118412" y="250031"/>
                  <a:pt x="100013" y="250031"/>
                </a:cubicBezTo>
                <a:close/>
                <a:moveTo>
                  <a:pt x="336014" y="278"/>
                </a:moveTo>
                <a:cubicBezTo>
                  <a:pt x="340529" y="-486"/>
                  <a:pt x="345113" y="556"/>
                  <a:pt x="348863" y="3334"/>
                </a:cubicBezTo>
                <a:cubicBezTo>
                  <a:pt x="353100" y="6459"/>
                  <a:pt x="355600" y="11460"/>
                  <a:pt x="355600" y="16669"/>
                </a:cubicBezTo>
                <a:lnTo>
                  <a:pt x="355600" y="122238"/>
                </a:lnTo>
                <a:lnTo>
                  <a:pt x="355392" y="125641"/>
                </a:lnTo>
                <a:cubicBezTo>
                  <a:pt x="353100" y="142448"/>
                  <a:pt x="334208" y="155575"/>
                  <a:pt x="311150" y="155575"/>
                </a:cubicBezTo>
                <a:cubicBezTo>
                  <a:pt x="286633" y="155575"/>
                  <a:pt x="266700" y="140643"/>
                  <a:pt x="266700" y="122238"/>
                </a:cubicBezTo>
                <a:cubicBezTo>
                  <a:pt x="266700" y="103832"/>
                  <a:pt x="286633" y="88900"/>
                  <a:pt x="311150" y="88900"/>
                </a:cubicBezTo>
                <a:cubicBezTo>
                  <a:pt x="314970" y="88900"/>
                  <a:pt x="318720" y="89317"/>
                  <a:pt x="322263" y="90011"/>
                </a:cubicBezTo>
                <a:lnTo>
                  <a:pt x="322263" y="55771"/>
                </a:lnTo>
                <a:lnTo>
                  <a:pt x="244475" y="79107"/>
                </a:lnTo>
                <a:lnTo>
                  <a:pt x="244475" y="155644"/>
                </a:lnTo>
                <a:lnTo>
                  <a:pt x="244267" y="159048"/>
                </a:lnTo>
                <a:cubicBezTo>
                  <a:pt x="241975" y="175855"/>
                  <a:pt x="223083" y="188982"/>
                  <a:pt x="200025" y="188982"/>
                </a:cubicBezTo>
                <a:cubicBezTo>
                  <a:pt x="175508" y="188982"/>
                  <a:pt x="155575" y="174050"/>
                  <a:pt x="155575" y="155644"/>
                </a:cubicBezTo>
                <a:cubicBezTo>
                  <a:pt x="155575" y="137239"/>
                  <a:pt x="175508" y="122307"/>
                  <a:pt x="200025" y="122307"/>
                </a:cubicBezTo>
                <a:cubicBezTo>
                  <a:pt x="203845" y="122307"/>
                  <a:pt x="207595" y="122724"/>
                  <a:pt x="211138" y="123418"/>
                </a:cubicBezTo>
                <a:lnTo>
                  <a:pt x="211138" y="50006"/>
                </a:lnTo>
                <a:cubicBezTo>
                  <a:pt x="211138" y="42644"/>
                  <a:pt x="215999" y="36116"/>
                  <a:pt x="223014" y="34032"/>
                </a:cubicBezTo>
                <a:lnTo>
                  <a:pt x="334139" y="695"/>
                </a:lnTo>
                <a:lnTo>
                  <a:pt x="336014" y="278"/>
                </a:lnTo>
                <a:close/>
                <a:moveTo>
                  <a:pt x="131197" y="0"/>
                </a:moveTo>
                <a:cubicBezTo>
                  <a:pt x="156964" y="0"/>
                  <a:pt x="177800" y="20836"/>
                  <a:pt x="177800" y="46603"/>
                </a:cubicBezTo>
                <a:lnTo>
                  <a:pt x="177800" y="50840"/>
                </a:lnTo>
                <a:cubicBezTo>
                  <a:pt x="177800" y="89803"/>
                  <a:pt x="125571" y="128697"/>
                  <a:pt x="101193" y="144810"/>
                </a:cubicBezTo>
                <a:cubicBezTo>
                  <a:pt x="93692" y="149741"/>
                  <a:pt x="84108" y="149741"/>
                  <a:pt x="76607" y="144810"/>
                </a:cubicBezTo>
                <a:cubicBezTo>
                  <a:pt x="52229" y="128766"/>
                  <a:pt x="0" y="89803"/>
                  <a:pt x="0" y="50840"/>
                </a:cubicBezTo>
                <a:lnTo>
                  <a:pt x="0" y="46603"/>
                </a:lnTo>
                <a:cubicBezTo>
                  <a:pt x="0" y="20836"/>
                  <a:pt x="20836" y="0"/>
                  <a:pt x="46603" y="0"/>
                </a:cubicBezTo>
                <a:cubicBezTo>
                  <a:pt x="61258" y="0"/>
                  <a:pt x="75009" y="6876"/>
                  <a:pt x="83830" y="18613"/>
                </a:cubicBezTo>
                <a:lnTo>
                  <a:pt x="88900" y="25420"/>
                </a:lnTo>
                <a:lnTo>
                  <a:pt x="93970" y="18613"/>
                </a:lnTo>
                <a:cubicBezTo>
                  <a:pt x="102791" y="6876"/>
                  <a:pt x="116542" y="0"/>
                  <a:pt x="131197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Text 23"/>
          <p:cNvSpPr/>
          <p:nvPr/>
        </p:nvSpPr>
        <p:spPr>
          <a:xfrm>
            <a:off x="1473200" y="5118100"/>
            <a:ext cx="241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Lucide React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73200" y="5435600"/>
            <a:ext cx="241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Vector Icons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82000" y="158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Responsibilities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382000" y="2095500"/>
            <a:ext cx="71120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734425" y="23495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69850" y="52388"/>
                </a:moveTo>
                <a:lnTo>
                  <a:pt x="69850" y="87313"/>
                </a:lnTo>
                <a:lnTo>
                  <a:pt x="139700" y="87313"/>
                </a:lnTo>
                <a:lnTo>
                  <a:pt x="139700" y="52388"/>
                </a:lnTo>
                <a:cubicBezTo>
                  <a:pt x="139700" y="33124"/>
                  <a:pt x="124038" y="17463"/>
                  <a:pt x="104775" y="17463"/>
                </a:cubicBezTo>
                <a:cubicBezTo>
                  <a:pt x="85512" y="17463"/>
                  <a:pt x="69850" y="33124"/>
                  <a:pt x="69850" y="52388"/>
                </a:cubicBezTo>
                <a:close/>
                <a:moveTo>
                  <a:pt x="34925" y="87313"/>
                </a:moveTo>
                <a:lnTo>
                  <a:pt x="34925" y="52388"/>
                </a:lnTo>
                <a:cubicBezTo>
                  <a:pt x="34925" y="13806"/>
                  <a:pt x="66194" y="-17462"/>
                  <a:pt x="104775" y="-17462"/>
                </a:cubicBezTo>
                <a:cubicBezTo>
                  <a:pt x="143356" y="-17462"/>
                  <a:pt x="174625" y="13806"/>
                  <a:pt x="174625" y="52388"/>
                </a:cubicBezTo>
                <a:lnTo>
                  <a:pt x="174625" y="87313"/>
                </a:lnTo>
                <a:cubicBezTo>
                  <a:pt x="193888" y="87313"/>
                  <a:pt x="209550" y="102974"/>
                  <a:pt x="209550" y="122238"/>
                </a:cubicBezTo>
                <a:lnTo>
                  <a:pt x="209550" y="244475"/>
                </a:lnTo>
                <a:cubicBezTo>
                  <a:pt x="209550" y="263738"/>
                  <a:pt x="193888" y="279400"/>
                  <a:pt x="174625" y="279400"/>
                </a:cubicBezTo>
                <a:lnTo>
                  <a:pt x="34925" y="279400"/>
                </a:lnTo>
                <a:cubicBezTo>
                  <a:pt x="15662" y="279400"/>
                  <a:pt x="0" y="263738"/>
                  <a:pt x="0" y="244475"/>
                </a:cubicBezTo>
                <a:lnTo>
                  <a:pt x="0" y="122238"/>
                </a:lnTo>
                <a:cubicBezTo>
                  <a:pt x="0" y="102974"/>
                  <a:pt x="15662" y="87313"/>
                  <a:pt x="34925" y="8731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0" y="23241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authentication handling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699500" y="2857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3" name="Text 30"/>
          <p:cNvSpPr/>
          <p:nvPr/>
        </p:nvSpPr>
        <p:spPr>
          <a:xfrm>
            <a:off x="9144000" y="28321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browsing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664575" y="336550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13097" y="-8731"/>
                </a:moveTo>
                <a:cubicBezTo>
                  <a:pt x="5839" y="-8731"/>
                  <a:pt x="0" y="-2892"/>
                  <a:pt x="0" y="4366"/>
                </a:cubicBezTo>
                <a:cubicBezTo>
                  <a:pt x="0" y="11623"/>
                  <a:pt x="5839" y="17463"/>
                  <a:pt x="13097" y="17463"/>
                </a:cubicBezTo>
                <a:lnTo>
                  <a:pt x="37817" y="17463"/>
                </a:lnTo>
                <a:cubicBezTo>
                  <a:pt x="39945" y="17463"/>
                  <a:pt x="41746" y="18990"/>
                  <a:pt x="42128" y="21064"/>
                </a:cubicBezTo>
                <a:lnTo>
                  <a:pt x="70559" y="177299"/>
                </a:lnTo>
                <a:cubicBezTo>
                  <a:pt x="73943" y="195962"/>
                  <a:pt x="90205" y="209550"/>
                  <a:pt x="109195" y="209550"/>
                </a:cubicBezTo>
                <a:lnTo>
                  <a:pt x="248841" y="209550"/>
                </a:lnTo>
                <a:cubicBezTo>
                  <a:pt x="256098" y="209550"/>
                  <a:pt x="261938" y="203711"/>
                  <a:pt x="261938" y="196453"/>
                </a:cubicBezTo>
                <a:cubicBezTo>
                  <a:pt x="261938" y="189195"/>
                  <a:pt x="256098" y="183356"/>
                  <a:pt x="248841" y="183356"/>
                </a:cubicBezTo>
                <a:lnTo>
                  <a:pt x="109195" y="183356"/>
                </a:lnTo>
                <a:cubicBezTo>
                  <a:pt x="102865" y="183356"/>
                  <a:pt x="97463" y="178827"/>
                  <a:pt x="96317" y="172606"/>
                </a:cubicBezTo>
                <a:lnTo>
                  <a:pt x="93534" y="157163"/>
                </a:lnTo>
                <a:lnTo>
                  <a:pt x="259209" y="157163"/>
                </a:lnTo>
                <a:cubicBezTo>
                  <a:pt x="276017" y="157163"/>
                  <a:pt x="290423" y="145212"/>
                  <a:pt x="293534" y="128677"/>
                </a:cubicBezTo>
                <a:lnTo>
                  <a:pt x="310451" y="38145"/>
                </a:lnTo>
                <a:cubicBezTo>
                  <a:pt x="312470" y="27394"/>
                  <a:pt x="304229" y="17463"/>
                  <a:pt x="293261" y="17463"/>
                </a:cubicBezTo>
                <a:lnTo>
                  <a:pt x="68049" y="17463"/>
                </a:lnTo>
                <a:lnTo>
                  <a:pt x="67831" y="16371"/>
                </a:lnTo>
                <a:cubicBezTo>
                  <a:pt x="65212" y="1855"/>
                  <a:pt x="52551" y="-8731"/>
                  <a:pt x="37763" y="-8731"/>
                </a:cubicBezTo>
                <a:lnTo>
                  <a:pt x="13097" y="-8731"/>
                </a:lnTo>
                <a:close/>
                <a:moveTo>
                  <a:pt x="113506" y="279400"/>
                </a:moveTo>
                <a:cubicBezTo>
                  <a:pt x="127963" y="279400"/>
                  <a:pt x="139700" y="267663"/>
                  <a:pt x="139700" y="253206"/>
                </a:cubicBezTo>
                <a:cubicBezTo>
                  <a:pt x="139700" y="238750"/>
                  <a:pt x="127963" y="227013"/>
                  <a:pt x="113506" y="227013"/>
                </a:cubicBezTo>
                <a:cubicBezTo>
                  <a:pt x="99050" y="227013"/>
                  <a:pt x="87313" y="238750"/>
                  <a:pt x="87313" y="253206"/>
                </a:cubicBezTo>
                <a:cubicBezTo>
                  <a:pt x="87313" y="267663"/>
                  <a:pt x="99050" y="279400"/>
                  <a:pt x="113506" y="279400"/>
                </a:cubicBezTo>
                <a:close/>
                <a:moveTo>
                  <a:pt x="235744" y="279400"/>
                </a:moveTo>
                <a:cubicBezTo>
                  <a:pt x="250200" y="279400"/>
                  <a:pt x="261938" y="267663"/>
                  <a:pt x="261938" y="253206"/>
                </a:cubicBezTo>
                <a:cubicBezTo>
                  <a:pt x="261938" y="238750"/>
                  <a:pt x="250200" y="227013"/>
                  <a:pt x="235744" y="227013"/>
                </a:cubicBezTo>
                <a:cubicBezTo>
                  <a:pt x="221287" y="227013"/>
                  <a:pt x="209550" y="238750"/>
                  <a:pt x="209550" y="253206"/>
                </a:cubicBezTo>
                <a:cubicBezTo>
                  <a:pt x="209550" y="267663"/>
                  <a:pt x="221287" y="279400"/>
                  <a:pt x="235744" y="2794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5" name="Text 32"/>
          <p:cNvSpPr/>
          <p:nvPr/>
        </p:nvSpPr>
        <p:spPr>
          <a:xfrm>
            <a:off x="9144000" y="33401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 management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716963" y="3873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69850" y="0"/>
                </a:moveTo>
                <a:cubicBezTo>
                  <a:pt x="79509" y="0"/>
                  <a:pt x="87313" y="7804"/>
                  <a:pt x="87313" y="17463"/>
                </a:cubicBezTo>
                <a:lnTo>
                  <a:pt x="87313" y="34925"/>
                </a:lnTo>
                <a:lnTo>
                  <a:pt x="157163" y="34925"/>
                </a:lnTo>
                <a:lnTo>
                  <a:pt x="157163" y="17463"/>
                </a:lnTo>
                <a:cubicBezTo>
                  <a:pt x="157163" y="7804"/>
                  <a:pt x="164966" y="0"/>
                  <a:pt x="174625" y="0"/>
                </a:cubicBezTo>
                <a:cubicBezTo>
                  <a:pt x="184284" y="0"/>
                  <a:pt x="192088" y="7804"/>
                  <a:pt x="192088" y="17463"/>
                </a:cubicBezTo>
                <a:lnTo>
                  <a:pt x="192088" y="34925"/>
                </a:lnTo>
                <a:lnTo>
                  <a:pt x="209550" y="34925"/>
                </a:lnTo>
                <a:cubicBezTo>
                  <a:pt x="228813" y="34925"/>
                  <a:pt x="244475" y="50587"/>
                  <a:pt x="244475" y="69850"/>
                </a:cubicBezTo>
                <a:lnTo>
                  <a:pt x="244475" y="227013"/>
                </a:lnTo>
                <a:cubicBezTo>
                  <a:pt x="244475" y="246276"/>
                  <a:pt x="228813" y="261938"/>
                  <a:pt x="209550" y="261938"/>
                </a:cubicBezTo>
                <a:lnTo>
                  <a:pt x="34925" y="261938"/>
                </a:lnTo>
                <a:cubicBezTo>
                  <a:pt x="15662" y="261938"/>
                  <a:pt x="0" y="246276"/>
                  <a:pt x="0" y="227013"/>
                </a:cubicBezTo>
                <a:lnTo>
                  <a:pt x="0" y="69850"/>
                </a:lnTo>
                <a:cubicBezTo>
                  <a:pt x="0" y="50587"/>
                  <a:pt x="15662" y="34925"/>
                  <a:pt x="34925" y="34925"/>
                </a:cubicBezTo>
                <a:lnTo>
                  <a:pt x="52388" y="34925"/>
                </a:lnTo>
                <a:lnTo>
                  <a:pt x="52388" y="17463"/>
                </a:lnTo>
                <a:cubicBezTo>
                  <a:pt x="52388" y="7804"/>
                  <a:pt x="60191" y="0"/>
                  <a:pt x="69850" y="0"/>
                </a:cubicBezTo>
                <a:close/>
                <a:moveTo>
                  <a:pt x="168295" y="124802"/>
                </a:moveTo>
                <a:cubicBezTo>
                  <a:pt x="172115" y="118690"/>
                  <a:pt x="170259" y="110614"/>
                  <a:pt x="164147" y="106740"/>
                </a:cubicBezTo>
                <a:cubicBezTo>
                  <a:pt x="158036" y="102865"/>
                  <a:pt x="149959" y="104775"/>
                  <a:pt x="146085" y="110887"/>
                </a:cubicBezTo>
                <a:lnTo>
                  <a:pt x="112579" y="164529"/>
                </a:lnTo>
                <a:lnTo>
                  <a:pt x="97845" y="144884"/>
                </a:lnTo>
                <a:cubicBezTo>
                  <a:pt x="93479" y="139100"/>
                  <a:pt x="85293" y="137899"/>
                  <a:pt x="79509" y="142265"/>
                </a:cubicBezTo>
                <a:cubicBezTo>
                  <a:pt x="73724" y="146630"/>
                  <a:pt x="72524" y="154816"/>
                  <a:pt x="76890" y="160600"/>
                </a:cubicBezTo>
                <a:lnTo>
                  <a:pt x="103083" y="195525"/>
                </a:lnTo>
                <a:cubicBezTo>
                  <a:pt x="105648" y="198963"/>
                  <a:pt x="109795" y="200928"/>
                  <a:pt x="114107" y="200764"/>
                </a:cubicBezTo>
                <a:cubicBezTo>
                  <a:pt x="118418" y="200600"/>
                  <a:pt x="122347" y="198309"/>
                  <a:pt x="124639" y="194598"/>
                </a:cubicBezTo>
                <a:lnTo>
                  <a:pt x="168295" y="12474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Text 34"/>
          <p:cNvSpPr/>
          <p:nvPr/>
        </p:nvSpPr>
        <p:spPr>
          <a:xfrm>
            <a:off x="9144000" y="38481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interface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699500" y="4381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69850"/>
                </a:moveTo>
                <a:lnTo>
                  <a:pt x="0" y="87313"/>
                </a:lnTo>
                <a:lnTo>
                  <a:pt x="279400" y="87313"/>
                </a:lnTo>
                <a:lnTo>
                  <a:pt x="279400" y="69850"/>
                </a:lnTo>
                <a:cubicBezTo>
                  <a:pt x="279400" y="50587"/>
                  <a:pt x="263738" y="34925"/>
                  <a:pt x="244475" y="34925"/>
                </a:cubicBezTo>
                <a:lnTo>
                  <a:pt x="34925" y="34925"/>
                </a:lnTo>
                <a:cubicBezTo>
                  <a:pt x="15662" y="34925"/>
                  <a:pt x="0" y="50587"/>
                  <a:pt x="0" y="69850"/>
                </a:cubicBezTo>
                <a:close/>
                <a:moveTo>
                  <a:pt x="0" y="113506"/>
                </a:moveTo>
                <a:lnTo>
                  <a:pt x="0" y="209550"/>
                </a:lnTo>
                <a:cubicBezTo>
                  <a:pt x="0" y="228813"/>
                  <a:pt x="15662" y="244475"/>
                  <a:pt x="34925" y="244475"/>
                </a:cubicBezTo>
                <a:lnTo>
                  <a:pt x="244475" y="244475"/>
                </a:lnTo>
                <a:cubicBezTo>
                  <a:pt x="263738" y="244475"/>
                  <a:pt x="279400" y="228813"/>
                  <a:pt x="279400" y="209550"/>
                </a:cubicBezTo>
                <a:lnTo>
                  <a:pt x="279400" y="113506"/>
                </a:lnTo>
                <a:lnTo>
                  <a:pt x="0" y="113506"/>
                </a:lnTo>
                <a:close/>
                <a:moveTo>
                  <a:pt x="34925" y="196453"/>
                </a:moveTo>
                <a:cubicBezTo>
                  <a:pt x="34925" y="189195"/>
                  <a:pt x="40764" y="183356"/>
                  <a:pt x="48022" y="183356"/>
                </a:cubicBezTo>
                <a:lnTo>
                  <a:pt x="74216" y="183356"/>
                </a:lnTo>
                <a:cubicBezTo>
                  <a:pt x="81473" y="183356"/>
                  <a:pt x="87313" y="189195"/>
                  <a:pt x="87313" y="196453"/>
                </a:cubicBezTo>
                <a:cubicBezTo>
                  <a:pt x="87313" y="203711"/>
                  <a:pt x="81473" y="209550"/>
                  <a:pt x="74216" y="209550"/>
                </a:cubicBezTo>
                <a:lnTo>
                  <a:pt x="48022" y="209550"/>
                </a:lnTo>
                <a:cubicBezTo>
                  <a:pt x="40764" y="209550"/>
                  <a:pt x="34925" y="203711"/>
                  <a:pt x="34925" y="196453"/>
                </a:cubicBezTo>
                <a:close/>
                <a:moveTo>
                  <a:pt x="113506" y="196453"/>
                </a:moveTo>
                <a:cubicBezTo>
                  <a:pt x="113506" y="189195"/>
                  <a:pt x="119345" y="183356"/>
                  <a:pt x="126603" y="183356"/>
                </a:cubicBezTo>
                <a:lnTo>
                  <a:pt x="161528" y="183356"/>
                </a:lnTo>
                <a:cubicBezTo>
                  <a:pt x="168786" y="183356"/>
                  <a:pt x="174625" y="189195"/>
                  <a:pt x="174625" y="196453"/>
                </a:cubicBezTo>
                <a:cubicBezTo>
                  <a:pt x="174625" y="203711"/>
                  <a:pt x="168786" y="209550"/>
                  <a:pt x="161528" y="209550"/>
                </a:cubicBezTo>
                <a:lnTo>
                  <a:pt x="126603" y="209550"/>
                </a:lnTo>
                <a:cubicBezTo>
                  <a:pt x="119345" y="209550"/>
                  <a:pt x="113506" y="203711"/>
                  <a:pt x="113506" y="19645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6"/>
          <p:cNvSpPr/>
          <p:nvPr/>
        </p:nvSpPr>
        <p:spPr>
          <a:xfrm>
            <a:off x="9144000" y="43561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initiation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699500" y="4889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34925"/>
                </a:moveTo>
                <a:cubicBezTo>
                  <a:pt x="34925" y="25266"/>
                  <a:pt x="27121" y="17463"/>
                  <a:pt x="17463" y="17463"/>
                </a:cubicBezTo>
                <a:cubicBezTo>
                  <a:pt x="7804" y="17463"/>
                  <a:pt x="0" y="25266"/>
                  <a:pt x="0" y="34925"/>
                </a:cubicBezTo>
                <a:lnTo>
                  <a:pt x="0" y="218281"/>
                </a:lnTo>
                <a:cubicBezTo>
                  <a:pt x="0" y="242401"/>
                  <a:pt x="19536" y="261938"/>
                  <a:pt x="43656" y="261938"/>
                </a:cubicBezTo>
                <a:lnTo>
                  <a:pt x="261938" y="261938"/>
                </a:lnTo>
                <a:cubicBezTo>
                  <a:pt x="271596" y="261938"/>
                  <a:pt x="279400" y="254134"/>
                  <a:pt x="279400" y="244475"/>
                </a:cubicBezTo>
                <a:cubicBezTo>
                  <a:pt x="279400" y="234816"/>
                  <a:pt x="271596" y="227013"/>
                  <a:pt x="261938" y="227013"/>
                </a:cubicBezTo>
                <a:lnTo>
                  <a:pt x="43656" y="227013"/>
                </a:lnTo>
                <a:cubicBezTo>
                  <a:pt x="38854" y="227013"/>
                  <a:pt x="34925" y="223083"/>
                  <a:pt x="34925" y="218281"/>
                </a:cubicBezTo>
                <a:lnTo>
                  <a:pt x="34925" y="34925"/>
                </a:lnTo>
                <a:close/>
                <a:moveTo>
                  <a:pt x="256808" y="82183"/>
                </a:moveTo>
                <a:cubicBezTo>
                  <a:pt x="263629" y="75362"/>
                  <a:pt x="263629" y="64284"/>
                  <a:pt x="256808" y="57463"/>
                </a:cubicBezTo>
                <a:cubicBezTo>
                  <a:pt x="249987" y="50641"/>
                  <a:pt x="238909" y="50641"/>
                  <a:pt x="232088" y="57463"/>
                </a:cubicBezTo>
                <a:lnTo>
                  <a:pt x="174625" y="114980"/>
                </a:lnTo>
                <a:lnTo>
                  <a:pt x="143302" y="83711"/>
                </a:lnTo>
                <a:cubicBezTo>
                  <a:pt x="136480" y="76890"/>
                  <a:pt x="125403" y="76890"/>
                  <a:pt x="118581" y="83711"/>
                </a:cubicBezTo>
                <a:lnTo>
                  <a:pt x="66194" y="136098"/>
                </a:lnTo>
                <a:cubicBezTo>
                  <a:pt x="59373" y="142920"/>
                  <a:pt x="59373" y="153997"/>
                  <a:pt x="66194" y="160819"/>
                </a:cubicBezTo>
                <a:cubicBezTo>
                  <a:pt x="73015" y="167640"/>
                  <a:pt x="84093" y="167640"/>
                  <a:pt x="90914" y="160819"/>
                </a:cubicBezTo>
                <a:lnTo>
                  <a:pt x="130969" y="120764"/>
                </a:lnTo>
                <a:lnTo>
                  <a:pt x="162292" y="152087"/>
                </a:lnTo>
                <a:cubicBezTo>
                  <a:pt x="169113" y="158909"/>
                  <a:pt x="180191" y="158909"/>
                  <a:pt x="187012" y="152087"/>
                </a:cubicBezTo>
                <a:lnTo>
                  <a:pt x="256862" y="82237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1" name="Text 38"/>
          <p:cNvSpPr/>
          <p:nvPr/>
        </p:nvSpPr>
        <p:spPr>
          <a:xfrm>
            <a:off x="9144000" y="48641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rendering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62000" y="6350000"/>
            <a:ext cx="14732000" cy="762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3" name="Text 40"/>
          <p:cNvSpPr/>
          <p:nvPr/>
        </p:nvSpPr>
        <p:spPr>
          <a:xfrm>
            <a:off x="1016000" y="6413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 Architecture: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frontend is developed as a Single Page Application to provide fast navigation, responsive rendering, and smooth user interaction across all devices.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18500" r="-18500" t="0" b="0"/>
          <a:stretch/>
        </p:blipFill>
        <p:spPr>
          <a:xfrm>
            <a:off x="14224000" y="228600"/>
            <a:ext cx="1270000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381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BACKEND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98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Architecture — Application Layer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1371600"/>
            <a:ext cx="1270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2095500"/>
            <a:ext cx="4445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6000" y="2349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8197" y="403225"/>
                </a:moveTo>
                <a:cubicBezTo>
                  <a:pt x="172879" y="403225"/>
                  <a:pt x="167481" y="401796"/>
                  <a:pt x="162798" y="399098"/>
                </a:cubicBezTo>
                <a:lnTo>
                  <a:pt x="113824" y="370126"/>
                </a:lnTo>
                <a:cubicBezTo>
                  <a:pt x="106521" y="365998"/>
                  <a:pt x="110093" y="364569"/>
                  <a:pt x="112474" y="363776"/>
                </a:cubicBezTo>
                <a:cubicBezTo>
                  <a:pt x="122238" y="360363"/>
                  <a:pt x="124222" y="359648"/>
                  <a:pt x="134620" y="353695"/>
                </a:cubicBezTo>
                <a:cubicBezTo>
                  <a:pt x="135731" y="353060"/>
                  <a:pt x="137160" y="353298"/>
                  <a:pt x="138271" y="354013"/>
                </a:cubicBezTo>
                <a:lnTo>
                  <a:pt x="175895" y="376317"/>
                </a:lnTo>
                <a:cubicBezTo>
                  <a:pt x="177244" y="377111"/>
                  <a:pt x="179149" y="377111"/>
                  <a:pt x="180419" y="376317"/>
                </a:cubicBezTo>
                <a:lnTo>
                  <a:pt x="327025" y="291703"/>
                </a:lnTo>
                <a:cubicBezTo>
                  <a:pt x="328374" y="290909"/>
                  <a:pt x="329248" y="289322"/>
                  <a:pt x="329248" y="287734"/>
                </a:cubicBezTo>
                <a:lnTo>
                  <a:pt x="329248" y="118507"/>
                </a:lnTo>
                <a:cubicBezTo>
                  <a:pt x="329248" y="116840"/>
                  <a:pt x="328374" y="115332"/>
                  <a:pt x="326946" y="114459"/>
                </a:cubicBezTo>
                <a:lnTo>
                  <a:pt x="180419" y="29924"/>
                </a:lnTo>
                <a:cubicBezTo>
                  <a:pt x="179070" y="29131"/>
                  <a:pt x="177244" y="29131"/>
                  <a:pt x="175895" y="29924"/>
                </a:cubicBezTo>
                <a:lnTo>
                  <a:pt x="29448" y="114538"/>
                </a:lnTo>
                <a:cubicBezTo>
                  <a:pt x="28019" y="115332"/>
                  <a:pt x="27146" y="116919"/>
                  <a:pt x="27146" y="118586"/>
                </a:cubicBezTo>
                <a:lnTo>
                  <a:pt x="27146" y="287734"/>
                </a:lnTo>
                <a:cubicBezTo>
                  <a:pt x="27146" y="289322"/>
                  <a:pt x="28019" y="290909"/>
                  <a:pt x="29448" y="291624"/>
                </a:cubicBezTo>
                <a:lnTo>
                  <a:pt x="69612" y="314801"/>
                </a:lnTo>
                <a:cubicBezTo>
                  <a:pt x="91440" y="325676"/>
                  <a:pt x="104775" y="312896"/>
                  <a:pt x="104775" y="299958"/>
                </a:cubicBezTo>
                <a:lnTo>
                  <a:pt x="104775" y="132953"/>
                </a:lnTo>
                <a:cubicBezTo>
                  <a:pt x="104775" y="130572"/>
                  <a:pt x="106680" y="128746"/>
                  <a:pt x="109061" y="128746"/>
                </a:cubicBezTo>
                <a:lnTo>
                  <a:pt x="127635" y="128746"/>
                </a:lnTo>
                <a:cubicBezTo>
                  <a:pt x="129937" y="128746"/>
                  <a:pt x="131921" y="130572"/>
                  <a:pt x="131921" y="132953"/>
                </a:cubicBezTo>
                <a:lnTo>
                  <a:pt x="131921" y="300038"/>
                </a:lnTo>
                <a:cubicBezTo>
                  <a:pt x="131921" y="329089"/>
                  <a:pt x="116046" y="345758"/>
                  <a:pt x="88503" y="345758"/>
                </a:cubicBezTo>
                <a:cubicBezTo>
                  <a:pt x="80010" y="345758"/>
                  <a:pt x="73343" y="345758"/>
                  <a:pt x="54769" y="336550"/>
                </a:cubicBezTo>
                <a:lnTo>
                  <a:pt x="16351" y="314404"/>
                </a:lnTo>
                <a:cubicBezTo>
                  <a:pt x="6826" y="308928"/>
                  <a:pt x="953" y="298688"/>
                  <a:pt x="953" y="287655"/>
                </a:cubicBezTo>
                <a:lnTo>
                  <a:pt x="953" y="118507"/>
                </a:lnTo>
                <a:cubicBezTo>
                  <a:pt x="953" y="107553"/>
                  <a:pt x="6826" y="97234"/>
                  <a:pt x="16351" y="91758"/>
                </a:cubicBezTo>
                <a:lnTo>
                  <a:pt x="162798" y="7144"/>
                </a:lnTo>
                <a:cubicBezTo>
                  <a:pt x="172085" y="1905"/>
                  <a:pt x="184388" y="1905"/>
                  <a:pt x="193596" y="7144"/>
                </a:cubicBezTo>
                <a:lnTo>
                  <a:pt x="340201" y="91837"/>
                </a:lnTo>
                <a:cubicBezTo>
                  <a:pt x="349726" y="97314"/>
                  <a:pt x="355600" y="107553"/>
                  <a:pt x="355600" y="118586"/>
                </a:cubicBezTo>
                <a:lnTo>
                  <a:pt x="355600" y="287734"/>
                </a:lnTo>
                <a:cubicBezTo>
                  <a:pt x="355600" y="298688"/>
                  <a:pt x="349726" y="308927"/>
                  <a:pt x="340201" y="314484"/>
                </a:cubicBezTo>
                <a:lnTo>
                  <a:pt x="193596" y="399098"/>
                </a:lnTo>
                <a:cubicBezTo>
                  <a:pt x="188913" y="401796"/>
                  <a:pt x="183594" y="403225"/>
                  <a:pt x="178197" y="403225"/>
                </a:cubicBezTo>
                <a:close/>
                <a:moveTo>
                  <a:pt x="296545" y="236458"/>
                </a:moveTo>
                <a:cubicBezTo>
                  <a:pt x="296545" y="204788"/>
                  <a:pt x="275114" y="196374"/>
                  <a:pt x="230108" y="190421"/>
                </a:cubicBezTo>
                <a:cubicBezTo>
                  <a:pt x="184547" y="184388"/>
                  <a:pt x="179943" y="181293"/>
                  <a:pt x="179943" y="170656"/>
                </a:cubicBezTo>
                <a:cubicBezTo>
                  <a:pt x="179943" y="161846"/>
                  <a:pt x="183833" y="150098"/>
                  <a:pt x="217567" y="150098"/>
                </a:cubicBezTo>
                <a:cubicBezTo>
                  <a:pt x="247650" y="150098"/>
                  <a:pt x="258763" y="156607"/>
                  <a:pt x="263366" y="176927"/>
                </a:cubicBezTo>
                <a:cubicBezTo>
                  <a:pt x="263763" y="178832"/>
                  <a:pt x="265509" y="180261"/>
                  <a:pt x="267494" y="180261"/>
                </a:cubicBezTo>
                <a:lnTo>
                  <a:pt x="286544" y="180261"/>
                </a:lnTo>
                <a:cubicBezTo>
                  <a:pt x="287734" y="180261"/>
                  <a:pt x="288846" y="179784"/>
                  <a:pt x="289639" y="178911"/>
                </a:cubicBezTo>
                <a:cubicBezTo>
                  <a:pt x="290433" y="178038"/>
                  <a:pt x="290830" y="176847"/>
                  <a:pt x="290751" y="175657"/>
                </a:cubicBezTo>
                <a:cubicBezTo>
                  <a:pt x="287814" y="140652"/>
                  <a:pt x="264557" y="124381"/>
                  <a:pt x="217567" y="124381"/>
                </a:cubicBezTo>
                <a:cubicBezTo>
                  <a:pt x="175736" y="124381"/>
                  <a:pt x="150812" y="142002"/>
                  <a:pt x="150812" y="171609"/>
                </a:cubicBezTo>
                <a:cubicBezTo>
                  <a:pt x="150812" y="203676"/>
                  <a:pt x="175657" y="212566"/>
                  <a:pt x="215741" y="216535"/>
                </a:cubicBezTo>
                <a:cubicBezTo>
                  <a:pt x="263763" y="221218"/>
                  <a:pt x="267494" y="228283"/>
                  <a:pt x="267494" y="237728"/>
                </a:cubicBezTo>
                <a:cubicBezTo>
                  <a:pt x="267494" y="254079"/>
                  <a:pt x="254317" y="261064"/>
                  <a:pt x="223441" y="261064"/>
                </a:cubicBezTo>
                <a:cubicBezTo>
                  <a:pt x="184626" y="261064"/>
                  <a:pt x="176133" y="251301"/>
                  <a:pt x="173276" y="232013"/>
                </a:cubicBezTo>
                <a:cubicBezTo>
                  <a:pt x="172958" y="229949"/>
                  <a:pt x="171212" y="228441"/>
                  <a:pt x="169069" y="228441"/>
                </a:cubicBezTo>
                <a:lnTo>
                  <a:pt x="150098" y="228441"/>
                </a:lnTo>
                <a:cubicBezTo>
                  <a:pt x="147717" y="228441"/>
                  <a:pt x="145891" y="230346"/>
                  <a:pt x="145891" y="232648"/>
                </a:cubicBezTo>
                <a:cubicBezTo>
                  <a:pt x="145891" y="257334"/>
                  <a:pt x="159306" y="286782"/>
                  <a:pt x="223520" y="286782"/>
                </a:cubicBezTo>
                <a:cubicBezTo>
                  <a:pt x="269875" y="286702"/>
                  <a:pt x="296545" y="268367"/>
                  <a:pt x="296545" y="23645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1549400" y="22606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49400" y="2603500"/>
            <a:ext cx="342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Runtime Environment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3302000"/>
            <a:ext cx="4445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6000" y="3556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2781" y="177800"/>
                  <a:pt x="50800" y="177800"/>
                </a:cubicBezTo>
                <a:lnTo>
                  <a:pt x="304800" y="177800"/>
                </a:lnTo>
                <a:cubicBezTo>
                  <a:pt x="332819" y="177800"/>
                  <a:pt x="355600" y="155019"/>
                  <a:pt x="355600" y="1270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222250" y="82550"/>
                </a:moveTo>
                <a:cubicBezTo>
                  <a:pt x="232764" y="82550"/>
                  <a:pt x="241300" y="91086"/>
                  <a:pt x="241300" y="101600"/>
                </a:cubicBezTo>
                <a:cubicBezTo>
                  <a:pt x="241300" y="112114"/>
                  <a:pt x="232764" y="120650"/>
                  <a:pt x="222250" y="120650"/>
                </a:cubicBezTo>
                <a:cubicBezTo>
                  <a:pt x="211736" y="120650"/>
                  <a:pt x="203200" y="112114"/>
                  <a:pt x="203200" y="101600"/>
                </a:cubicBezTo>
                <a:cubicBezTo>
                  <a:pt x="203200" y="91086"/>
                  <a:pt x="211736" y="82550"/>
                  <a:pt x="222250" y="82550"/>
                </a:cubicBezTo>
                <a:close/>
                <a:moveTo>
                  <a:pt x="266700" y="101600"/>
                </a:moveTo>
                <a:cubicBezTo>
                  <a:pt x="266700" y="91086"/>
                  <a:pt x="275236" y="82550"/>
                  <a:pt x="285750" y="82550"/>
                </a:cubicBezTo>
                <a:cubicBezTo>
                  <a:pt x="296264" y="82550"/>
                  <a:pt x="304800" y="91086"/>
                  <a:pt x="304800" y="101600"/>
                </a:cubicBezTo>
                <a:cubicBezTo>
                  <a:pt x="304800" y="112114"/>
                  <a:pt x="296264" y="120650"/>
                  <a:pt x="285750" y="120650"/>
                </a:cubicBezTo>
                <a:cubicBezTo>
                  <a:pt x="275236" y="120650"/>
                  <a:pt x="266700" y="112114"/>
                  <a:pt x="266700" y="101600"/>
                </a:cubicBezTo>
                <a:close/>
                <a:moveTo>
                  <a:pt x="50800" y="228600"/>
                </a:move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lose/>
                <a:moveTo>
                  <a:pt x="222250" y="285750"/>
                </a:moveTo>
                <a:cubicBezTo>
                  <a:pt x="232764" y="285750"/>
                  <a:pt x="241300" y="294286"/>
                  <a:pt x="241300" y="304800"/>
                </a:cubicBezTo>
                <a:cubicBezTo>
                  <a:pt x="241300" y="315314"/>
                  <a:pt x="232764" y="323850"/>
                  <a:pt x="222250" y="323850"/>
                </a:cubicBezTo>
                <a:cubicBezTo>
                  <a:pt x="211736" y="323850"/>
                  <a:pt x="203200" y="315314"/>
                  <a:pt x="203200" y="304800"/>
                </a:cubicBezTo>
                <a:cubicBezTo>
                  <a:pt x="203200" y="294286"/>
                  <a:pt x="211736" y="285750"/>
                  <a:pt x="222250" y="285750"/>
                </a:cubicBezTo>
                <a:close/>
                <a:moveTo>
                  <a:pt x="266700" y="304800"/>
                </a:moveTo>
                <a:cubicBezTo>
                  <a:pt x="266700" y="294286"/>
                  <a:pt x="275236" y="285750"/>
                  <a:pt x="285750" y="285750"/>
                </a:cubicBezTo>
                <a:cubicBezTo>
                  <a:pt x="296264" y="285750"/>
                  <a:pt x="304800" y="294286"/>
                  <a:pt x="304800" y="304800"/>
                </a:cubicBezTo>
                <a:cubicBezTo>
                  <a:pt x="304800" y="315314"/>
                  <a:pt x="296264" y="323850"/>
                  <a:pt x="285750" y="323850"/>
                </a:cubicBezTo>
                <a:cubicBezTo>
                  <a:pt x="275236" y="323850"/>
                  <a:pt x="266700" y="315314"/>
                  <a:pt x="266700" y="30480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4" name="Text 11"/>
          <p:cNvSpPr/>
          <p:nvPr/>
        </p:nvSpPr>
        <p:spPr>
          <a:xfrm>
            <a:off x="1549400" y="34671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Express.js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49400" y="3810000"/>
            <a:ext cx="342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 Framework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4508500"/>
            <a:ext cx="4445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90600" y="476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1549400" y="46736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dotenv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49400" y="5016500"/>
            <a:ext cx="342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Variable Management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150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Modules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715000" y="2095500"/>
            <a:ext cx="4826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69000" y="2349500"/>
            <a:ext cx="1270000" cy="381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3" name="Text 20"/>
          <p:cNvSpPr/>
          <p:nvPr/>
        </p:nvSpPr>
        <p:spPr>
          <a:xfrm>
            <a:off x="5969000" y="2349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366000" y="2349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/api/orders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969000" y="2984500"/>
            <a:ext cx="1270000" cy="381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6" name="Text 23"/>
          <p:cNvSpPr/>
          <p:nvPr/>
        </p:nvSpPr>
        <p:spPr>
          <a:xfrm>
            <a:off x="5969000" y="2984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66000" y="2984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/api/payments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69000" y="3619500"/>
            <a:ext cx="12700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6"/>
          <p:cNvSpPr/>
          <p:nvPr/>
        </p:nvSpPr>
        <p:spPr>
          <a:xfrm>
            <a:off x="5969000" y="3619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66000" y="3619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/api/payments/verify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69000" y="4318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endpoints for order creation, payment processing, and signature verification.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922000" y="15875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Features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922000" y="2095500"/>
            <a:ext cx="4572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176000" y="238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5" name="Text 32"/>
          <p:cNvSpPr/>
          <p:nvPr/>
        </p:nvSpPr>
        <p:spPr>
          <a:xfrm>
            <a:off x="11620500" y="2349500"/>
            <a:ext cx="3619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domain protection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11760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Text 34"/>
          <p:cNvSpPr/>
          <p:nvPr/>
        </p:nvSpPr>
        <p:spPr>
          <a:xfrm>
            <a:off x="11620500" y="3136900"/>
            <a:ext cx="3619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environment variables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1137900" y="3962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14300" y="76200"/>
                </a:moveTo>
                <a:cubicBezTo>
                  <a:pt x="114300" y="65663"/>
                  <a:pt x="122813" y="57150"/>
                  <a:pt x="133350" y="57150"/>
                </a:cubicBezTo>
                <a:cubicBezTo>
                  <a:pt x="143887" y="57150"/>
                  <a:pt x="152400" y="65663"/>
                  <a:pt x="152400" y="76200"/>
                </a:cubicBezTo>
                <a:lnTo>
                  <a:pt x="152400" y="80843"/>
                </a:lnTo>
                <a:cubicBezTo>
                  <a:pt x="152400" y="97334"/>
                  <a:pt x="150971" y="113764"/>
                  <a:pt x="148173" y="129957"/>
                </a:cubicBezTo>
                <a:lnTo>
                  <a:pt x="97929" y="145018"/>
                </a:lnTo>
                <a:cubicBezTo>
                  <a:pt x="73759" y="152281"/>
                  <a:pt x="57210" y="174546"/>
                  <a:pt x="57210" y="199787"/>
                </a:cubicBezTo>
                <a:lnTo>
                  <a:pt x="57210" y="219075"/>
                </a:lnTo>
                <a:lnTo>
                  <a:pt x="14347" y="219075"/>
                </a:lnTo>
                <a:cubicBezTo>
                  <a:pt x="6429" y="219075"/>
                  <a:pt x="60" y="225445"/>
                  <a:pt x="60" y="233363"/>
                </a:cubicBezTo>
                <a:cubicBezTo>
                  <a:pt x="60" y="241280"/>
                  <a:pt x="6429" y="247650"/>
                  <a:pt x="14347" y="247650"/>
                </a:cubicBezTo>
                <a:lnTo>
                  <a:pt x="57507" y="247650"/>
                </a:lnTo>
                <a:cubicBezTo>
                  <a:pt x="60007" y="269081"/>
                  <a:pt x="78224" y="285750"/>
                  <a:pt x="100370" y="285750"/>
                </a:cubicBezTo>
                <a:cubicBezTo>
                  <a:pt x="115848" y="285750"/>
                  <a:pt x="130135" y="277475"/>
                  <a:pt x="137815" y="264021"/>
                </a:cubicBezTo>
                <a:lnTo>
                  <a:pt x="146090" y="249555"/>
                </a:lnTo>
                <a:cubicBezTo>
                  <a:pt x="162044" y="221575"/>
                  <a:pt x="173772" y="191393"/>
                  <a:pt x="180856" y="159960"/>
                </a:cubicBezTo>
                <a:lnTo>
                  <a:pt x="237053" y="143113"/>
                </a:lnTo>
                <a:lnTo>
                  <a:pt x="229612" y="165437"/>
                </a:lnTo>
                <a:cubicBezTo>
                  <a:pt x="227648" y="171271"/>
                  <a:pt x="228660" y="177641"/>
                  <a:pt x="232231" y="182582"/>
                </a:cubicBezTo>
                <a:cubicBezTo>
                  <a:pt x="235803" y="187523"/>
                  <a:pt x="241518" y="190500"/>
                  <a:pt x="247650" y="190500"/>
                </a:cubicBezTo>
                <a:lnTo>
                  <a:pt x="323850" y="190500"/>
                </a:lnTo>
                <a:cubicBezTo>
                  <a:pt x="334387" y="190500"/>
                  <a:pt x="342900" y="181987"/>
                  <a:pt x="342900" y="171450"/>
                </a:cubicBezTo>
                <a:cubicBezTo>
                  <a:pt x="342900" y="160913"/>
                  <a:pt x="334387" y="152400"/>
                  <a:pt x="323850" y="152400"/>
                </a:cubicBezTo>
                <a:lnTo>
                  <a:pt x="274082" y="152400"/>
                </a:lnTo>
                <a:lnTo>
                  <a:pt x="284797" y="120313"/>
                </a:lnTo>
                <a:cubicBezTo>
                  <a:pt x="287060" y="113586"/>
                  <a:pt x="285333" y="106144"/>
                  <a:pt x="280392" y="101025"/>
                </a:cubicBezTo>
                <a:cubicBezTo>
                  <a:pt x="275451" y="95905"/>
                  <a:pt x="268069" y="94000"/>
                  <a:pt x="261223" y="96024"/>
                </a:cubicBezTo>
                <a:lnTo>
                  <a:pt x="188357" y="117931"/>
                </a:lnTo>
                <a:cubicBezTo>
                  <a:pt x="189786" y="105608"/>
                  <a:pt x="190500" y="93285"/>
                  <a:pt x="190500" y="80843"/>
                </a:cubicBezTo>
                <a:lnTo>
                  <a:pt x="190500" y="76200"/>
                </a:lnTo>
                <a:cubicBezTo>
                  <a:pt x="190500" y="44648"/>
                  <a:pt x="164902" y="19050"/>
                  <a:pt x="133350" y="19050"/>
                </a:cubicBezTo>
                <a:cubicBezTo>
                  <a:pt x="101798" y="19050"/>
                  <a:pt x="76200" y="44648"/>
                  <a:pt x="76200" y="76200"/>
                </a:cubicBezTo>
                <a:lnTo>
                  <a:pt x="76200" y="95250"/>
                </a:lnTo>
                <a:cubicBezTo>
                  <a:pt x="76200" y="105787"/>
                  <a:pt x="84713" y="114300"/>
                  <a:pt x="95250" y="114300"/>
                </a:cubicBezTo>
                <a:cubicBezTo>
                  <a:pt x="105787" y="114300"/>
                  <a:pt x="114300" y="105787"/>
                  <a:pt x="114300" y="95250"/>
                </a:cubicBezTo>
                <a:lnTo>
                  <a:pt x="114300" y="76200"/>
                </a:lnTo>
                <a:close/>
                <a:moveTo>
                  <a:pt x="108823" y="181570"/>
                </a:moveTo>
                <a:lnTo>
                  <a:pt x="137993" y="172819"/>
                </a:lnTo>
                <a:cubicBezTo>
                  <a:pt x="131802" y="192941"/>
                  <a:pt x="123408" y="212348"/>
                  <a:pt x="112931" y="230684"/>
                </a:cubicBezTo>
                <a:lnTo>
                  <a:pt x="104656" y="245150"/>
                </a:lnTo>
                <a:cubicBezTo>
                  <a:pt x="103763" y="246698"/>
                  <a:pt x="102096" y="247710"/>
                  <a:pt x="100251" y="247710"/>
                </a:cubicBezTo>
                <a:cubicBezTo>
                  <a:pt x="97453" y="247710"/>
                  <a:pt x="95190" y="245447"/>
                  <a:pt x="95190" y="242649"/>
                </a:cubicBezTo>
                <a:lnTo>
                  <a:pt x="95190" y="199846"/>
                </a:lnTo>
                <a:cubicBezTo>
                  <a:pt x="95190" y="191453"/>
                  <a:pt x="100727" y="184011"/>
                  <a:pt x="108764" y="181570"/>
                </a:cubicBezTo>
                <a:close/>
                <a:moveTo>
                  <a:pt x="366712" y="247650"/>
                </a:moveTo>
                <a:cubicBezTo>
                  <a:pt x="374630" y="247650"/>
                  <a:pt x="381000" y="241280"/>
                  <a:pt x="381000" y="233363"/>
                </a:cubicBezTo>
                <a:cubicBezTo>
                  <a:pt x="381000" y="225445"/>
                  <a:pt x="374630" y="219075"/>
                  <a:pt x="366712" y="219075"/>
                </a:cubicBezTo>
                <a:lnTo>
                  <a:pt x="192345" y="219075"/>
                </a:lnTo>
                <a:cubicBezTo>
                  <a:pt x="188476" y="228779"/>
                  <a:pt x="184190" y="238304"/>
                  <a:pt x="179487" y="247650"/>
                </a:cubicBezTo>
                <a:lnTo>
                  <a:pt x="366712" y="24765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6"/>
          <p:cNvSpPr/>
          <p:nvPr/>
        </p:nvSpPr>
        <p:spPr>
          <a:xfrm>
            <a:off x="11620500" y="3924300"/>
            <a:ext cx="361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Razorpay HMAC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SHA256 payment signature verification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62000" y="5969000"/>
            <a:ext cx="14732000" cy="762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8"/>
          <p:cNvSpPr/>
          <p:nvPr/>
        </p:nvSpPr>
        <p:spPr>
          <a:xfrm>
            <a:off x="1016000" y="6032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Gateway Role: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backend acts as a centralized API gateway responsible for business logic execution, order management, payment verification, database communication, and security validation.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18500" r="-18500" t="0" b="0"/>
          <a:stretch/>
        </p:blipFill>
        <p:spPr>
          <a:xfrm>
            <a:off x="14224000" y="228600"/>
            <a:ext cx="1270000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381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DATABASE &amp; AUTH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98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&amp; Authentication Infrastructure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1371600"/>
            <a:ext cx="1270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587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 Services Used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2095500"/>
            <a:ext cx="342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2825" y="234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1473200" y="23241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73200" y="2641600"/>
            <a:ext cx="25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Database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45000" y="2095500"/>
            <a:ext cx="342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51375" y="234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06415" y="355600"/>
                </a:lnTo>
                <a:cubicBezTo>
                  <a:pt x="181273" y="326013"/>
                  <a:pt x="166688" y="287883"/>
                  <a:pt x="166688" y="247531"/>
                </a:cubicBezTo>
                <a:lnTo>
                  <a:pt x="166688" y="225931"/>
                </a:lnTo>
                <a:cubicBezTo>
                  <a:pt x="166688" y="220861"/>
                  <a:pt x="167382" y="215860"/>
                  <a:pt x="168702" y="211137"/>
                </a:cubicBezTo>
                <a:lnTo>
                  <a:pt x="134947" y="211137"/>
                </a:lnTo>
                <a:close/>
                <a:moveTo>
                  <a:pt x="309275" y="339279"/>
                </a:moveTo>
                <a:lnTo>
                  <a:pt x="300038" y="343654"/>
                </a:lnTo>
                <a:lnTo>
                  <a:pt x="300038" y="213013"/>
                </a:lnTo>
                <a:lnTo>
                  <a:pt x="366712" y="235238"/>
                </a:lnTo>
                <a:lnTo>
                  <a:pt x="366712" y="248851"/>
                </a:lnTo>
                <a:cubicBezTo>
                  <a:pt x="366712" y="287605"/>
                  <a:pt x="344349" y="322818"/>
                  <a:pt x="309275" y="339348"/>
                </a:cubicBezTo>
                <a:close/>
                <a:moveTo>
                  <a:pt x="293023" y="180231"/>
                </a:moveTo>
                <a:lnTo>
                  <a:pt x="215235" y="206137"/>
                </a:lnTo>
                <a:cubicBezTo>
                  <a:pt x="206137" y="209193"/>
                  <a:pt x="200025" y="217666"/>
                  <a:pt x="200025" y="227251"/>
                </a:cubicBezTo>
                <a:lnTo>
                  <a:pt x="200025" y="248851"/>
                </a:lnTo>
                <a:cubicBezTo>
                  <a:pt x="200025" y="300524"/>
                  <a:pt x="229890" y="347543"/>
                  <a:pt x="276562" y="369491"/>
                </a:cubicBezTo>
                <a:lnTo>
                  <a:pt x="289411" y="375533"/>
                </a:lnTo>
                <a:cubicBezTo>
                  <a:pt x="292745" y="377061"/>
                  <a:pt x="296356" y="377894"/>
                  <a:pt x="299968" y="377894"/>
                </a:cubicBezTo>
                <a:cubicBezTo>
                  <a:pt x="303580" y="377894"/>
                  <a:pt x="307261" y="377061"/>
                  <a:pt x="310525" y="375533"/>
                </a:cubicBezTo>
                <a:lnTo>
                  <a:pt x="323374" y="369491"/>
                </a:lnTo>
                <a:cubicBezTo>
                  <a:pt x="370185" y="347474"/>
                  <a:pt x="400050" y="300454"/>
                  <a:pt x="400050" y="248781"/>
                </a:cubicBezTo>
                <a:lnTo>
                  <a:pt x="400050" y="227181"/>
                </a:lnTo>
                <a:cubicBezTo>
                  <a:pt x="400050" y="217597"/>
                  <a:pt x="393938" y="209123"/>
                  <a:pt x="384840" y="206067"/>
                </a:cubicBezTo>
                <a:lnTo>
                  <a:pt x="307052" y="180161"/>
                </a:lnTo>
                <a:cubicBezTo>
                  <a:pt x="302468" y="178633"/>
                  <a:pt x="297537" y="178633"/>
                  <a:pt x="293023" y="18016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5156200" y="23241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56200" y="2641600"/>
            <a:ext cx="25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Auth Management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28000" y="2095500"/>
            <a:ext cx="342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566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8839200" y="23241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839200" y="2641600"/>
            <a:ext cx="25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1811000" y="2095500"/>
            <a:ext cx="3683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084050" y="2349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2" name="Text 19"/>
          <p:cNvSpPr/>
          <p:nvPr/>
        </p:nvSpPr>
        <p:spPr>
          <a:xfrm>
            <a:off x="12522200" y="23241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RLS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522200" y="26416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Row-Level Security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62000" y="3683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Stores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91000"/>
          <a:ext cx="7112000" cy="25400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 Profiles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 and engineer account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Service order records and statuses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Payment Info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Transaction and payment records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8382000" y="3683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Row-Level Security (RLS)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8382000" y="4191000"/>
            <a:ext cx="711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763000" y="457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5"/>
          <p:cNvSpPr/>
          <p:nvPr/>
        </p:nvSpPr>
        <p:spPr>
          <a:xfrm>
            <a:off x="9461500" y="45466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Protection at Row Level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8763000" y="5207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Row-Level Security ensures that users can access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their own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booking and order data. Each query is automatically filtered based on the authenticated user's ID, preventing unauthorized data access.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18500" r="-18500" t="0" b="0"/>
          <a:stretch/>
        </p:blipFill>
        <p:spPr>
          <a:xfrm>
            <a:off x="14224000" y="228600"/>
            <a:ext cx="1270000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381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PAYMENT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98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Gateway Integration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1371600"/>
            <a:ext cx="1270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58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Workflow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2159000"/>
            <a:ext cx="2540000" cy="1016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218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5500" y="2489200"/>
            <a:ext cx="241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initiates payment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02000" y="2540000"/>
            <a:ext cx="381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3683000" y="2159000"/>
            <a:ext cx="2540000" cy="1016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3" name="Text 10"/>
          <p:cNvSpPr/>
          <p:nvPr/>
        </p:nvSpPr>
        <p:spPr>
          <a:xfrm>
            <a:off x="3683000" y="218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46500" y="2489200"/>
            <a:ext cx="241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creates Razorpay order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23000" y="2540000"/>
            <a:ext cx="381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6604000" y="2159000"/>
            <a:ext cx="2540000" cy="1016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7" name="Text 14"/>
          <p:cNvSpPr/>
          <p:nvPr/>
        </p:nvSpPr>
        <p:spPr>
          <a:xfrm>
            <a:off x="6604000" y="218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67500" y="2489200"/>
            <a:ext cx="241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Razorpay checkout modal opens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144000" y="2540000"/>
            <a:ext cx="381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9525000" y="2159000"/>
            <a:ext cx="2540000" cy="1016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1" name="Text 18"/>
          <p:cNvSpPr/>
          <p:nvPr/>
        </p:nvSpPr>
        <p:spPr>
          <a:xfrm>
            <a:off x="9525000" y="218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588500" y="2489200"/>
            <a:ext cx="241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Signature verified on backend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065000" y="2540000"/>
            <a:ext cx="381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24" name="Shape 21"/>
          <p:cNvSpPr/>
          <p:nvPr/>
        </p:nvSpPr>
        <p:spPr>
          <a:xfrm>
            <a:off x="12446000" y="2159000"/>
            <a:ext cx="3048000" cy="10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12446000" y="21844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509500" y="2489200"/>
            <a:ext cx="29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booking stored in DB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2000" y="361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Mechanism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62000" y="41275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2000" y="4127500"/>
            <a:ext cx="63500" cy="1651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Shape 27"/>
          <p:cNvSpPr/>
          <p:nvPr/>
        </p:nvSpPr>
        <p:spPr>
          <a:xfrm>
            <a:off x="1130300" y="4508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1" name="Text 28"/>
          <p:cNvSpPr/>
          <p:nvPr/>
        </p:nvSpPr>
        <p:spPr>
          <a:xfrm>
            <a:off x="1651000" y="4381500"/>
            <a:ext cx="596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HMAC SHA256 Signature Verification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651000" y="47625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Cryptographic signature verification ensures payment authenticity and prevents tampering with transaction data.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382000" y="4127500"/>
            <a:ext cx="711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82000" y="4127500"/>
            <a:ext cx="63500" cy="1651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2"/>
          <p:cNvSpPr/>
          <p:nvPr/>
        </p:nvSpPr>
        <p:spPr>
          <a:xfrm>
            <a:off x="8724900" y="4508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2781" y="177800"/>
                  <a:pt x="50800" y="177800"/>
                </a:cubicBezTo>
                <a:lnTo>
                  <a:pt x="304800" y="177800"/>
                </a:lnTo>
                <a:cubicBezTo>
                  <a:pt x="332819" y="177800"/>
                  <a:pt x="355600" y="155019"/>
                  <a:pt x="355600" y="1270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222250" y="82550"/>
                </a:moveTo>
                <a:cubicBezTo>
                  <a:pt x="232764" y="82550"/>
                  <a:pt x="241300" y="91086"/>
                  <a:pt x="241300" y="101600"/>
                </a:cubicBezTo>
                <a:cubicBezTo>
                  <a:pt x="241300" y="112114"/>
                  <a:pt x="232764" y="120650"/>
                  <a:pt x="222250" y="120650"/>
                </a:cubicBezTo>
                <a:cubicBezTo>
                  <a:pt x="211736" y="120650"/>
                  <a:pt x="203200" y="112114"/>
                  <a:pt x="203200" y="101600"/>
                </a:cubicBezTo>
                <a:cubicBezTo>
                  <a:pt x="203200" y="91086"/>
                  <a:pt x="211736" y="82550"/>
                  <a:pt x="222250" y="82550"/>
                </a:cubicBezTo>
                <a:close/>
                <a:moveTo>
                  <a:pt x="266700" y="101600"/>
                </a:moveTo>
                <a:cubicBezTo>
                  <a:pt x="266700" y="91086"/>
                  <a:pt x="275236" y="82550"/>
                  <a:pt x="285750" y="82550"/>
                </a:cubicBezTo>
                <a:cubicBezTo>
                  <a:pt x="296264" y="82550"/>
                  <a:pt x="304800" y="91086"/>
                  <a:pt x="304800" y="101600"/>
                </a:cubicBezTo>
                <a:cubicBezTo>
                  <a:pt x="304800" y="112114"/>
                  <a:pt x="296264" y="120650"/>
                  <a:pt x="285750" y="120650"/>
                </a:cubicBezTo>
                <a:cubicBezTo>
                  <a:pt x="275236" y="120650"/>
                  <a:pt x="266700" y="112114"/>
                  <a:pt x="266700" y="101600"/>
                </a:cubicBezTo>
                <a:close/>
                <a:moveTo>
                  <a:pt x="50800" y="228600"/>
                </a:move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lose/>
                <a:moveTo>
                  <a:pt x="222250" y="285750"/>
                </a:moveTo>
                <a:cubicBezTo>
                  <a:pt x="232764" y="285750"/>
                  <a:pt x="241300" y="294286"/>
                  <a:pt x="241300" y="304800"/>
                </a:cubicBezTo>
                <a:cubicBezTo>
                  <a:pt x="241300" y="315314"/>
                  <a:pt x="232764" y="323850"/>
                  <a:pt x="222250" y="323850"/>
                </a:cubicBezTo>
                <a:cubicBezTo>
                  <a:pt x="211736" y="323850"/>
                  <a:pt x="203200" y="315314"/>
                  <a:pt x="203200" y="304800"/>
                </a:cubicBezTo>
                <a:cubicBezTo>
                  <a:pt x="203200" y="294286"/>
                  <a:pt x="211736" y="285750"/>
                  <a:pt x="222250" y="285750"/>
                </a:cubicBezTo>
                <a:close/>
                <a:moveTo>
                  <a:pt x="266700" y="304800"/>
                </a:moveTo>
                <a:cubicBezTo>
                  <a:pt x="266700" y="294286"/>
                  <a:pt x="275236" y="285750"/>
                  <a:pt x="285750" y="285750"/>
                </a:cubicBezTo>
                <a:cubicBezTo>
                  <a:pt x="296264" y="285750"/>
                  <a:pt x="304800" y="294286"/>
                  <a:pt x="304800" y="304800"/>
                </a:cubicBezTo>
                <a:cubicBezTo>
                  <a:pt x="304800" y="315314"/>
                  <a:pt x="296264" y="323850"/>
                  <a:pt x="285750" y="323850"/>
                </a:cubicBezTo>
                <a:cubicBezTo>
                  <a:pt x="275236" y="323850"/>
                  <a:pt x="266700" y="315314"/>
                  <a:pt x="266700" y="30480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3"/>
          <p:cNvSpPr/>
          <p:nvPr/>
        </p:nvSpPr>
        <p:spPr>
          <a:xfrm>
            <a:off x="9271000" y="4381500"/>
            <a:ext cx="596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Server-Side Validation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271000" y="47625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payments are validated on the server before database insertion, ensuring data integrity and transaction safety.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18500" r="-18500" t="0" b="0"/>
          <a:stretch/>
        </p:blipFill>
        <p:spPr>
          <a:xfrm>
            <a:off x="14224000" y="228600"/>
            <a:ext cx="1270000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381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DEPLOYMENT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98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Infrastructure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1371600"/>
            <a:ext cx="1270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65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Railway Cloud Platform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21590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backend server is deployed on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Railway Cloud Platform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 modern infrastructure-as-a-service solution.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2000" y="323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Railway Responsibilities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3746500"/>
            <a:ext cx="342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14413" y="4064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119063"/>
                </a:lnTo>
                <a:cubicBezTo>
                  <a:pt x="0" y="145331"/>
                  <a:pt x="21357" y="166688"/>
                  <a:pt x="47625" y="166688"/>
                </a:cubicBezTo>
                <a:lnTo>
                  <a:pt x="285750" y="166688"/>
                </a:lnTo>
                <a:cubicBezTo>
                  <a:pt x="312018" y="166688"/>
                  <a:pt x="333375" y="145331"/>
                  <a:pt x="333375" y="1190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  <a:moveTo>
                  <a:pt x="208359" y="77391"/>
                </a:moveTo>
                <a:cubicBezTo>
                  <a:pt x="218216" y="77391"/>
                  <a:pt x="226219" y="85393"/>
                  <a:pt x="226219" y="95250"/>
                </a:cubicBezTo>
                <a:cubicBezTo>
                  <a:pt x="226219" y="105107"/>
                  <a:pt x="218216" y="113109"/>
                  <a:pt x="208359" y="113109"/>
                </a:cubicBezTo>
                <a:cubicBezTo>
                  <a:pt x="198503" y="113109"/>
                  <a:pt x="190500" y="105107"/>
                  <a:pt x="190500" y="95250"/>
                </a:cubicBezTo>
                <a:cubicBezTo>
                  <a:pt x="190500" y="85393"/>
                  <a:pt x="198503" y="77391"/>
                  <a:pt x="208359" y="77391"/>
                </a:cubicBezTo>
                <a:close/>
                <a:moveTo>
                  <a:pt x="250031" y="95250"/>
                </a:moveTo>
                <a:cubicBezTo>
                  <a:pt x="250031" y="85393"/>
                  <a:pt x="258034" y="77391"/>
                  <a:pt x="267891" y="77391"/>
                </a:cubicBezTo>
                <a:cubicBezTo>
                  <a:pt x="277747" y="77391"/>
                  <a:pt x="285750" y="85393"/>
                  <a:pt x="285750" y="95250"/>
                </a:cubicBezTo>
                <a:cubicBezTo>
                  <a:pt x="285750" y="105107"/>
                  <a:pt x="277747" y="113109"/>
                  <a:pt x="267891" y="113109"/>
                </a:cubicBezTo>
                <a:cubicBezTo>
                  <a:pt x="258034" y="113109"/>
                  <a:pt x="250031" y="105107"/>
                  <a:pt x="250031" y="95250"/>
                </a:cubicBezTo>
                <a:close/>
                <a:moveTo>
                  <a:pt x="47625" y="214313"/>
                </a:moveTo>
                <a:cubicBezTo>
                  <a:pt x="21357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261938"/>
                </a:lnTo>
                <a:cubicBezTo>
                  <a:pt x="333375" y="235669"/>
                  <a:pt x="312018" y="214313"/>
                  <a:pt x="285750" y="214313"/>
                </a:cubicBezTo>
                <a:lnTo>
                  <a:pt x="47625" y="214313"/>
                </a:lnTo>
                <a:close/>
                <a:moveTo>
                  <a:pt x="208359" y="267891"/>
                </a:moveTo>
                <a:cubicBezTo>
                  <a:pt x="218216" y="267891"/>
                  <a:pt x="226219" y="275893"/>
                  <a:pt x="226219" y="285750"/>
                </a:cubicBezTo>
                <a:cubicBezTo>
                  <a:pt x="226219" y="295607"/>
                  <a:pt x="218216" y="303609"/>
                  <a:pt x="208359" y="303609"/>
                </a:cubicBezTo>
                <a:cubicBezTo>
                  <a:pt x="198503" y="303609"/>
                  <a:pt x="190500" y="295607"/>
                  <a:pt x="190500" y="285750"/>
                </a:cubicBezTo>
                <a:cubicBezTo>
                  <a:pt x="190500" y="275893"/>
                  <a:pt x="198503" y="267891"/>
                  <a:pt x="208359" y="267891"/>
                </a:cubicBezTo>
                <a:close/>
                <a:moveTo>
                  <a:pt x="250031" y="285750"/>
                </a:moveTo>
                <a:cubicBezTo>
                  <a:pt x="250031" y="275893"/>
                  <a:pt x="258034" y="267891"/>
                  <a:pt x="267891" y="267891"/>
                </a:cubicBezTo>
                <a:cubicBezTo>
                  <a:pt x="277747" y="267891"/>
                  <a:pt x="285750" y="275893"/>
                  <a:pt x="285750" y="285750"/>
                </a:cubicBezTo>
                <a:cubicBezTo>
                  <a:pt x="285750" y="295607"/>
                  <a:pt x="277747" y="303609"/>
                  <a:pt x="267891" y="303609"/>
                </a:cubicBezTo>
                <a:cubicBezTo>
                  <a:pt x="258034" y="303609"/>
                  <a:pt x="250031" y="295607"/>
                  <a:pt x="250031" y="2857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1524000" y="40005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Hosting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24000" y="4356100"/>
            <a:ext cx="247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server hosting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445000" y="3746500"/>
            <a:ext cx="342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73600" y="406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5207000" y="40005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Deployment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07000" y="4356100"/>
            <a:ext cx="247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API rollout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2000" y="5207000"/>
            <a:ext cx="342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0600" y="552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5182" y="7069"/>
                </a:moveTo>
                <a:cubicBezTo>
                  <a:pt x="147414" y="-3944"/>
                  <a:pt x="157163" y="-11906"/>
                  <a:pt x="168473" y="-11906"/>
                </a:cubicBezTo>
                <a:lnTo>
                  <a:pt x="212973" y="-11906"/>
                </a:lnTo>
                <a:cubicBezTo>
                  <a:pt x="224284" y="-11906"/>
                  <a:pt x="234032" y="-3944"/>
                  <a:pt x="236265" y="7069"/>
                </a:cubicBezTo>
                <a:lnTo>
                  <a:pt x="247055" y="59159"/>
                </a:lnTo>
                <a:cubicBezTo>
                  <a:pt x="257547" y="63624"/>
                  <a:pt x="267370" y="69354"/>
                  <a:pt x="276299" y="76126"/>
                </a:cubicBezTo>
                <a:lnTo>
                  <a:pt x="326752" y="59382"/>
                </a:lnTo>
                <a:cubicBezTo>
                  <a:pt x="337468" y="55811"/>
                  <a:pt x="349225" y="60275"/>
                  <a:pt x="354881" y="70098"/>
                </a:cubicBezTo>
                <a:lnTo>
                  <a:pt x="377130" y="108645"/>
                </a:lnTo>
                <a:cubicBezTo>
                  <a:pt x="382786" y="118467"/>
                  <a:pt x="380777" y="130820"/>
                  <a:pt x="372294" y="138336"/>
                </a:cubicBezTo>
                <a:lnTo>
                  <a:pt x="332631" y="173608"/>
                </a:lnTo>
                <a:cubicBezTo>
                  <a:pt x="333301" y="179115"/>
                  <a:pt x="333598" y="184770"/>
                  <a:pt x="333598" y="190500"/>
                </a:cubicBezTo>
                <a:cubicBezTo>
                  <a:pt x="333598" y="196230"/>
                  <a:pt x="333226" y="201885"/>
                  <a:pt x="332631" y="207392"/>
                </a:cubicBezTo>
                <a:lnTo>
                  <a:pt x="372368" y="242739"/>
                </a:lnTo>
                <a:cubicBezTo>
                  <a:pt x="380851" y="250254"/>
                  <a:pt x="382786" y="262682"/>
                  <a:pt x="377205" y="272430"/>
                </a:cubicBezTo>
                <a:lnTo>
                  <a:pt x="354955" y="310976"/>
                </a:lnTo>
                <a:cubicBezTo>
                  <a:pt x="349300" y="320725"/>
                  <a:pt x="337542" y="325264"/>
                  <a:pt x="326827" y="321692"/>
                </a:cubicBezTo>
                <a:lnTo>
                  <a:pt x="276374" y="304949"/>
                </a:lnTo>
                <a:cubicBezTo>
                  <a:pt x="267370" y="311721"/>
                  <a:pt x="257547" y="317376"/>
                  <a:pt x="247129" y="321915"/>
                </a:cubicBezTo>
                <a:lnTo>
                  <a:pt x="236413" y="373931"/>
                </a:lnTo>
                <a:cubicBezTo>
                  <a:pt x="234107" y="385018"/>
                  <a:pt x="224358" y="392906"/>
                  <a:pt x="213122" y="392906"/>
                </a:cubicBezTo>
                <a:lnTo>
                  <a:pt x="168622" y="392906"/>
                </a:lnTo>
                <a:cubicBezTo>
                  <a:pt x="157311" y="392906"/>
                  <a:pt x="147563" y="384944"/>
                  <a:pt x="145331" y="373931"/>
                </a:cubicBezTo>
                <a:lnTo>
                  <a:pt x="134615" y="321915"/>
                </a:lnTo>
                <a:cubicBezTo>
                  <a:pt x="124123" y="317450"/>
                  <a:pt x="114374" y="311721"/>
                  <a:pt x="105370" y="304949"/>
                </a:cubicBezTo>
                <a:lnTo>
                  <a:pt x="54694" y="321692"/>
                </a:lnTo>
                <a:cubicBezTo>
                  <a:pt x="43979" y="325264"/>
                  <a:pt x="32221" y="320799"/>
                  <a:pt x="26566" y="310976"/>
                </a:cubicBezTo>
                <a:lnTo>
                  <a:pt x="4316" y="272430"/>
                </a:lnTo>
                <a:cubicBezTo>
                  <a:pt x="-1339" y="262607"/>
                  <a:pt x="670" y="250254"/>
                  <a:pt x="9153" y="242739"/>
                </a:cubicBezTo>
                <a:lnTo>
                  <a:pt x="48890" y="207392"/>
                </a:lnTo>
                <a:cubicBezTo>
                  <a:pt x="48220" y="201885"/>
                  <a:pt x="47923" y="196230"/>
                  <a:pt x="47923" y="190500"/>
                </a:cubicBezTo>
                <a:cubicBezTo>
                  <a:pt x="47923" y="184770"/>
                  <a:pt x="48295" y="179115"/>
                  <a:pt x="48890" y="173608"/>
                </a:cubicBezTo>
                <a:lnTo>
                  <a:pt x="9153" y="138261"/>
                </a:lnTo>
                <a:cubicBezTo>
                  <a:pt x="670" y="130746"/>
                  <a:pt x="-1265" y="118318"/>
                  <a:pt x="4316" y="108570"/>
                </a:cubicBezTo>
                <a:lnTo>
                  <a:pt x="26566" y="70024"/>
                </a:lnTo>
                <a:cubicBezTo>
                  <a:pt x="32221" y="60201"/>
                  <a:pt x="43979" y="55736"/>
                  <a:pt x="54694" y="59308"/>
                </a:cubicBezTo>
                <a:lnTo>
                  <a:pt x="105147" y="76051"/>
                </a:lnTo>
                <a:cubicBezTo>
                  <a:pt x="114151" y="69279"/>
                  <a:pt x="123974" y="63624"/>
                  <a:pt x="134392" y="59085"/>
                </a:cubicBezTo>
                <a:lnTo>
                  <a:pt x="145182" y="7069"/>
                </a:lnTo>
                <a:close/>
                <a:moveTo>
                  <a:pt x="190723" y="250031"/>
                </a:moveTo>
                <a:cubicBezTo>
                  <a:pt x="211992" y="249951"/>
                  <a:pt x="231602" y="238531"/>
                  <a:pt x="242167" y="220072"/>
                </a:cubicBezTo>
                <a:cubicBezTo>
                  <a:pt x="252732" y="201613"/>
                  <a:pt x="252647" y="178920"/>
                  <a:pt x="241944" y="160541"/>
                </a:cubicBezTo>
                <a:cubicBezTo>
                  <a:pt x="231241" y="142162"/>
                  <a:pt x="211545" y="130889"/>
                  <a:pt x="190277" y="130969"/>
                </a:cubicBezTo>
                <a:cubicBezTo>
                  <a:pt x="169008" y="131049"/>
                  <a:pt x="149398" y="142469"/>
                  <a:pt x="138833" y="160928"/>
                </a:cubicBezTo>
                <a:cubicBezTo>
                  <a:pt x="128268" y="179387"/>
                  <a:pt x="128353" y="202080"/>
                  <a:pt x="139056" y="220459"/>
                </a:cubicBezTo>
                <a:cubicBezTo>
                  <a:pt x="149759" y="238838"/>
                  <a:pt x="169455" y="250111"/>
                  <a:pt x="190723" y="2500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1524000" y="54610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Mgmt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24000" y="5816600"/>
            <a:ext cx="247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configuration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445000" y="5207000"/>
            <a:ext cx="342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73600" y="552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4" name="Text 21"/>
          <p:cNvSpPr/>
          <p:nvPr/>
        </p:nvSpPr>
        <p:spPr>
          <a:xfrm>
            <a:off x="5207000" y="54610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Execution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207000" y="5816600"/>
            <a:ext cx="247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Always-on cloud service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82000" y="1651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Configuration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382000" y="2159000"/>
            <a:ext cx="7112000" cy="4191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8" name="Shape 25"/>
          <p:cNvSpPr/>
          <p:nvPr/>
        </p:nvSpPr>
        <p:spPr>
          <a:xfrm>
            <a:off x="8731250" y="2476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42875" y="476250"/>
                </a:moveTo>
                <a:cubicBezTo>
                  <a:pt x="63996" y="476250"/>
                  <a:pt x="0" y="412254"/>
                  <a:pt x="0" y="333375"/>
                </a:cubicBezTo>
                <a:cubicBezTo>
                  <a:pt x="0" y="270470"/>
                  <a:pt x="40680" y="217091"/>
                  <a:pt x="97135" y="197941"/>
                </a:cubicBezTo>
                <a:cubicBezTo>
                  <a:pt x="95845" y="190302"/>
                  <a:pt x="95250" y="182563"/>
                  <a:pt x="95250" y="174625"/>
                </a:cubicBezTo>
                <a:cubicBezTo>
                  <a:pt x="95250" y="95746"/>
                  <a:pt x="159246" y="31750"/>
                  <a:pt x="238125" y="31750"/>
                </a:cubicBezTo>
                <a:cubicBezTo>
                  <a:pt x="293092" y="31750"/>
                  <a:pt x="340816" y="62805"/>
                  <a:pt x="364728" y="108248"/>
                </a:cubicBezTo>
                <a:cubicBezTo>
                  <a:pt x="378817" y="100013"/>
                  <a:pt x="395288" y="95250"/>
                  <a:pt x="412750" y="95250"/>
                </a:cubicBezTo>
                <a:cubicBezTo>
                  <a:pt x="465336" y="95250"/>
                  <a:pt x="508000" y="137914"/>
                  <a:pt x="508000" y="190500"/>
                </a:cubicBezTo>
                <a:cubicBezTo>
                  <a:pt x="508000" y="206077"/>
                  <a:pt x="504230" y="220861"/>
                  <a:pt x="497582" y="233859"/>
                </a:cubicBezTo>
                <a:cubicBezTo>
                  <a:pt x="541238" y="254000"/>
                  <a:pt x="571500" y="298053"/>
                  <a:pt x="571500" y="349250"/>
                </a:cubicBezTo>
                <a:cubicBezTo>
                  <a:pt x="571500" y="419398"/>
                  <a:pt x="514648" y="476250"/>
                  <a:pt x="444500" y="476250"/>
                </a:cubicBezTo>
                <a:lnTo>
                  <a:pt x="142875" y="476250"/>
                </a:lnTo>
                <a:close/>
                <a:moveTo>
                  <a:pt x="302617" y="189508"/>
                </a:moveTo>
                <a:cubicBezTo>
                  <a:pt x="293291" y="180181"/>
                  <a:pt x="278209" y="180181"/>
                  <a:pt x="268982" y="189508"/>
                </a:cubicBezTo>
                <a:lnTo>
                  <a:pt x="197545" y="260945"/>
                </a:lnTo>
                <a:cubicBezTo>
                  <a:pt x="188218" y="270272"/>
                  <a:pt x="188218" y="285353"/>
                  <a:pt x="197545" y="294580"/>
                </a:cubicBezTo>
                <a:cubicBezTo>
                  <a:pt x="206871" y="303808"/>
                  <a:pt x="221952" y="303907"/>
                  <a:pt x="231180" y="294580"/>
                </a:cubicBezTo>
                <a:lnTo>
                  <a:pt x="261937" y="263823"/>
                </a:lnTo>
                <a:lnTo>
                  <a:pt x="261937" y="365125"/>
                </a:lnTo>
                <a:cubicBezTo>
                  <a:pt x="261937" y="378321"/>
                  <a:pt x="272554" y="388938"/>
                  <a:pt x="285750" y="388938"/>
                </a:cubicBezTo>
                <a:cubicBezTo>
                  <a:pt x="298946" y="388938"/>
                  <a:pt x="309562" y="378321"/>
                  <a:pt x="309562" y="365125"/>
                </a:cubicBezTo>
                <a:lnTo>
                  <a:pt x="309562" y="263823"/>
                </a:lnTo>
                <a:lnTo>
                  <a:pt x="340320" y="294580"/>
                </a:lnTo>
                <a:cubicBezTo>
                  <a:pt x="349647" y="303907"/>
                  <a:pt x="364728" y="303907"/>
                  <a:pt x="373955" y="294580"/>
                </a:cubicBezTo>
                <a:cubicBezTo>
                  <a:pt x="383183" y="285254"/>
                  <a:pt x="383282" y="270173"/>
                  <a:pt x="373955" y="260945"/>
                </a:cubicBezTo>
                <a:lnTo>
                  <a:pt x="302518" y="18950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9461500" y="2476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Railway Deployment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763000" y="3175000"/>
            <a:ext cx="6350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8763000" y="3429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BUILDER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763000" y="3746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Railpack Builder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763000" y="431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763000" y="4635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Server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763000" y="520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COMMAND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763000" y="5524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 index.js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18500" r="-18500" t="0" b="0"/>
          <a:stretch/>
        </p:blipFill>
        <p:spPr>
          <a:xfrm>
            <a:off x="14224000" y="228600"/>
            <a:ext cx="1270000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381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SYSTEM FLOW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98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Operational Flow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1371600"/>
            <a:ext cx="1270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1587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data flow from customer interaction to database persistence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23000" y="2349500"/>
            <a:ext cx="3810000" cy="762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9" name="Shape 6"/>
          <p:cNvSpPr/>
          <p:nvPr/>
        </p:nvSpPr>
        <p:spPr>
          <a:xfrm>
            <a:off x="6435725" y="2540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23495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28000" y="3111500"/>
            <a:ext cx="0" cy="44450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5588000" y="3556000"/>
            <a:ext cx="5080000" cy="762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0"/>
          <p:cNvSpPr/>
          <p:nvPr/>
        </p:nvSpPr>
        <p:spPr>
          <a:xfrm>
            <a:off x="57785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223000" y="35560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28000" y="4318000"/>
            <a:ext cx="0" cy="44450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5461000" y="4762500"/>
            <a:ext cx="5334000" cy="762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4"/>
          <p:cNvSpPr/>
          <p:nvPr/>
        </p:nvSpPr>
        <p:spPr>
          <a:xfrm>
            <a:off x="5673725" y="495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096000" y="4762500"/>
            <a:ext cx="457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 Backend API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28000" y="5524500"/>
            <a:ext cx="0" cy="44450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5207000" y="5969000"/>
            <a:ext cx="5842000" cy="762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8"/>
          <p:cNvSpPr/>
          <p:nvPr/>
        </p:nvSpPr>
        <p:spPr>
          <a:xfrm>
            <a:off x="53975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88900"/>
                </a:moveTo>
                <a:lnTo>
                  <a:pt x="0" y="111125"/>
                </a:lnTo>
                <a:lnTo>
                  <a:pt x="355600" y="111125"/>
                </a:ln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ubicBezTo>
                  <a:pt x="19933" y="44450"/>
                  <a:pt x="0" y="64383"/>
                  <a:pt x="0" y="88900"/>
                </a:cubicBezTo>
                <a:close/>
                <a:moveTo>
                  <a:pt x="0" y="144463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44463"/>
                </a:lnTo>
                <a:lnTo>
                  <a:pt x="0" y="144463"/>
                </a:lnTo>
                <a:close/>
                <a:moveTo>
                  <a:pt x="44450" y="250031"/>
                </a:moveTo>
                <a:cubicBezTo>
                  <a:pt x="44450" y="240794"/>
                  <a:pt x="51881" y="233363"/>
                  <a:pt x="61119" y="233363"/>
                </a:cubicBezTo>
                <a:lnTo>
                  <a:pt x="94456" y="233363"/>
                </a:lnTo>
                <a:cubicBezTo>
                  <a:pt x="103694" y="233363"/>
                  <a:pt x="111125" y="240794"/>
                  <a:pt x="111125" y="250031"/>
                </a:cubicBezTo>
                <a:cubicBezTo>
                  <a:pt x="111125" y="259269"/>
                  <a:pt x="103694" y="266700"/>
                  <a:pt x="94456" y="266700"/>
                </a:cubicBezTo>
                <a:lnTo>
                  <a:pt x="61119" y="266700"/>
                </a:lnTo>
                <a:cubicBezTo>
                  <a:pt x="51881" y="266700"/>
                  <a:pt x="44450" y="259269"/>
                  <a:pt x="44450" y="250031"/>
                </a:cubicBezTo>
                <a:close/>
                <a:moveTo>
                  <a:pt x="144463" y="250031"/>
                </a:moveTo>
                <a:cubicBezTo>
                  <a:pt x="144463" y="240794"/>
                  <a:pt x="151894" y="233363"/>
                  <a:pt x="161131" y="233363"/>
                </a:cubicBez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61131" y="266700"/>
                </a:lnTo>
                <a:cubicBezTo>
                  <a:pt x="151894" y="266700"/>
                  <a:pt x="144463" y="259269"/>
                  <a:pt x="144463" y="2500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5842000" y="5969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Razorpay Payment Gateway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28000" y="6731000"/>
            <a:ext cx="0" cy="44450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24" name="Shape 21"/>
          <p:cNvSpPr/>
          <p:nvPr/>
        </p:nvSpPr>
        <p:spPr>
          <a:xfrm>
            <a:off x="5588000" y="7175500"/>
            <a:ext cx="5080000" cy="762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2"/>
          <p:cNvSpPr/>
          <p:nvPr/>
        </p:nvSpPr>
        <p:spPr>
          <a:xfrm>
            <a:off x="5778500" y="736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6223000" y="71755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Verification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684000" y="3937000"/>
            <a:ext cx="0" cy="30480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ysDot"/>
            <a:headEnd type="none"/>
            <a:tailEnd type="none"/>
          </a:ln>
        </p:spPr>
      </p:sp>
      <p:sp>
        <p:nvSpPr>
          <p:cNvPr id="28" name="Text 25"/>
          <p:cNvSpPr/>
          <p:nvPr/>
        </p:nvSpPr>
        <p:spPr>
          <a:xfrm>
            <a:off x="11938000" y="3810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initiates request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938000" y="50165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processes business logic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938000" y="6223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payment processing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938000" y="7366000"/>
            <a:ext cx="355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stored securely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18500" r="-18500" t="0" b="0"/>
          <a:stretch/>
        </p:blipFill>
        <p:spPr>
          <a:xfrm>
            <a:off x="14224000" y="228600"/>
            <a:ext cx="1270000" cy="53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381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FEATURES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698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of the Architecture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62000" y="1371600"/>
            <a:ext cx="1270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17145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2000" y="1714500"/>
            <a:ext cx="4699000" cy="50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6"/>
          <p:cNvSpPr/>
          <p:nvPr/>
        </p:nvSpPr>
        <p:spPr>
          <a:xfrm>
            <a:off x="1016000" y="200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1524000" y="19812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SPA Frontend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16000" y="2476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React-based single page application for fast, seamless user experience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15000" y="17145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15000" y="1714500"/>
            <a:ext cx="46990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5946775" y="2006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233363"/>
                </a:moveTo>
                <a:cubicBezTo>
                  <a:pt x="0" y="288578"/>
                  <a:pt x="44797" y="333375"/>
                  <a:pt x="100013" y="333375"/>
                </a:cubicBezTo>
                <a:lnTo>
                  <a:pt x="311150" y="333375"/>
                </a:lnTo>
                <a:cubicBezTo>
                  <a:pt x="360253" y="333375"/>
                  <a:pt x="400050" y="293578"/>
                  <a:pt x="400050" y="244475"/>
                </a:cubicBezTo>
                <a:cubicBezTo>
                  <a:pt x="400050" y="208637"/>
                  <a:pt x="378867" y="177731"/>
                  <a:pt x="348307" y="163701"/>
                </a:cubicBezTo>
                <a:cubicBezTo>
                  <a:pt x="352961" y="154603"/>
                  <a:pt x="355600" y="144254"/>
                  <a:pt x="355600" y="133350"/>
                </a:cubicBezTo>
                <a:cubicBezTo>
                  <a:pt x="355600" y="96540"/>
                  <a:pt x="325735" y="66675"/>
                  <a:pt x="288925" y="66675"/>
                </a:cubicBezTo>
                <a:cubicBezTo>
                  <a:pt x="276632" y="66675"/>
                  <a:pt x="265172" y="70009"/>
                  <a:pt x="255310" y="75773"/>
                </a:cubicBezTo>
                <a:cubicBezTo>
                  <a:pt x="238571" y="43964"/>
                  <a:pt x="205165" y="22225"/>
                  <a:pt x="166688" y="22225"/>
                </a:cubicBezTo>
                <a:cubicBezTo>
                  <a:pt x="111472" y="22225"/>
                  <a:pt x="66675" y="67022"/>
                  <a:pt x="66675" y="122238"/>
                </a:cubicBezTo>
                <a:cubicBezTo>
                  <a:pt x="66675" y="127794"/>
                  <a:pt x="67161" y="133281"/>
                  <a:pt x="67995" y="138559"/>
                </a:cubicBezTo>
                <a:cubicBezTo>
                  <a:pt x="28476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477000" y="19812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Cloud Backend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69000" y="2476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 Node.js backend with comprehensive security measures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668000" y="1714500"/>
            <a:ext cx="4826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68000" y="1714500"/>
            <a:ext cx="482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6"/>
          <p:cNvSpPr/>
          <p:nvPr/>
        </p:nvSpPr>
        <p:spPr>
          <a:xfrm>
            <a:off x="10922000" y="200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11430000" y="1981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Railway Deployment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922000" y="24765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cloud deployment infrastructure with continuous execution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2000" y="34925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2000" y="3492500"/>
            <a:ext cx="4699000" cy="50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1"/>
          <p:cNvSpPr/>
          <p:nvPr/>
        </p:nvSpPr>
        <p:spPr>
          <a:xfrm>
            <a:off x="1016000" y="378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1524000" y="37592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Database Sync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16000" y="4254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 PostgreSQL with real-time data synchronization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715000" y="34925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15000" y="3492500"/>
            <a:ext cx="4699000" cy="50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5969000" y="378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0" name="Text 27"/>
          <p:cNvSpPr/>
          <p:nvPr/>
        </p:nvSpPr>
        <p:spPr>
          <a:xfrm>
            <a:off x="6477000" y="37592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Payment Verification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69000" y="4254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HMAC SHA256 cryptographic verification for all transactions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668000" y="3492500"/>
            <a:ext cx="4826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668000" y="3492500"/>
            <a:ext cx="4826000" cy="50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Shape 31"/>
          <p:cNvSpPr/>
          <p:nvPr/>
        </p:nvSpPr>
        <p:spPr>
          <a:xfrm>
            <a:off x="10899775" y="3784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5" name="Text 32"/>
          <p:cNvSpPr/>
          <p:nvPr/>
        </p:nvSpPr>
        <p:spPr>
          <a:xfrm>
            <a:off x="11430000" y="3759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REST API Design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922000" y="42545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API architecture designed for horizontal scaling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238500" y="5334000"/>
            <a:ext cx="977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38500" y="5334000"/>
            <a:ext cx="9779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6"/>
          <p:cNvSpPr/>
          <p:nvPr/>
        </p:nvSpPr>
        <p:spPr>
          <a:xfrm>
            <a:off x="3536950" y="5562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7"/>
          <p:cNvSpPr/>
          <p:nvPr/>
        </p:nvSpPr>
        <p:spPr>
          <a:xfrm>
            <a:off x="4000500" y="55372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1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 User Data with Row-Level Security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3492500" y="6096000"/>
            <a:ext cx="927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 RLS ensures users can only access their own booking and order data, providing enterprise-grade data isolation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https://kimi-img.moonshot.cn/pub/slides/okc/6zpm2fdzlsp6o/mnt/agents/output/repairconnect/images/logo.png">    </p:cNvPr>
          <p:cNvPicPr>
            <a:picLocks noChangeAspect="1"/>
          </p:cNvPicPr>
          <p:nvPr/>
        </p:nvPicPr>
        <p:blipFill>
          <a:blip r:embed="rId1"/>
          <a:srcRect l="-20000" r="-20000" t="0" b="0"/>
          <a:stretch/>
        </p:blipFill>
        <p:spPr>
          <a:xfrm>
            <a:off x="6223000" y="1270000"/>
            <a:ext cx="3810000" cy="152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78000" y="3048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3937000"/>
            <a:ext cx="2540000" cy="25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4127500"/>
            <a:ext cx="12700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RepairConnect follows a </a:t>
            </a:r>
            <a:pPr algn="ctr"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secure, scalable, and modular cloud-native architecture</a:t>
            </a:r>
            <a:pPr algn="ctr">
              <a:lnSpc>
                <a:spcPct val="170000"/>
              </a:lnSpc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suitable for modern engineering service platforms.</a:t>
            </a:r>
            <a:endParaRPr lang="en-US" sz="1600" dirty="0"/>
          </a:p>
          <a:p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integration of </a:t>
            </a:r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</a:t>
            </a:r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</a:t>
            </a:r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</a:t>
            </a:r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Razorpay</a:t>
            </a:r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Railway</a:t>
            </a:r>
            <a:pPr algn="ctr"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reliable performance, secure payments, and efficient deployment management.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413000" y="6604000"/>
            <a:ext cx="11430000" cy="635000"/>
          </a:xfrm>
          <a:prstGeom prst="rect">
            <a:avLst/>
          </a:prstGeom>
          <a:solidFill>
            <a:srgbClr val="FFFFFF">
              <a:alpha val="6275"/>
            </a:srgbClr>
          </a:solidFill>
          <a:ln w="1270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13000" y="6604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EXPRESS + SUPABASE + RAZORPAY + RAILWAY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RepairConnect Website Architecture Design</dc:title>
  <dc:subject>RepairConnect Website Architecture Design</dc:subject>
  <dc:creator>Kimi</dc:creator>
  <cp:lastModifiedBy>Kimi</cp:lastModifiedBy>
  <cp:revision>1</cp:revision>
  <dcterms:created xsi:type="dcterms:W3CDTF">2026-05-26T11:00:00Z</dcterms:created>
  <dcterms:modified xsi:type="dcterms:W3CDTF">2026-05-26T11:00:00Z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{"Label":"RepairConnect Website Architecture Design","ContentProducer":"001191110108MACG2KBH8F10000","ProduceID":"19e63eac-55b2-8f4b-8000-0000e918c254","ReservedCode1":"","ContentPropagator":"001191110108MACG2KBH8F20000","PropagateID":"19e63eac-55b2-8f4b-8000-0000e918c254","ReservedCode2":""}</vt:lpwstr>
  </property>
</Properties>
</file>